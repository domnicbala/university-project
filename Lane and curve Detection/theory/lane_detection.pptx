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12193575"/>
  <p:notesSz cx="7559675" cy="10691800"/>
  <p:embeddedFontLst>
    <p:embeddedFont>
      <p:font typeface="Garamond"/>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40" roundtripDataSignature="AMtx7mgrnfh0JtdNGFVffDwbe1X4TuD80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A3F704-41F7-46FA-8799-904CC67E0FCA}">
  <a:tblStyle styleId="{AAA3F704-41F7-46FA-8799-904CC67E0FCA}" styleName="Table_0">
    <a:wholeTbl>
      <a:tcTxStyle b="off" i="off">
        <a:font>
          <a:latin typeface="Garamond"/>
          <a:ea typeface="Garamond"/>
          <a:cs typeface="Garamond"/>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CEFE7"/>
          </a:solidFill>
        </a:fill>
      </a:tcStyle>
    </a:wholeTbl>
    <a:band1H>
      <a:tcTxStyle/>
      <a:tcStyle>
        <a:fill>
          <a:solidFill>
            <a:srgbClr val="D8DDCB"/>
          </a:solidFill>
        </a:fill>
      </a:tcStyle>
    </a:band1H>
    <a:band2H>
      <a:tcTxStyle/>
    </a:band2H>
    <a:band1V>
      <a:tcTxStyle/>
      <a:tcStyle>
        <a:fill>
          <a:solidFill>
            <a:srgbClr val="D8DDCB"/>
          </a:solidFill>
        </a:fill>
      </a:tcStyle>
    </a:band1V>
    <a:band2V>
      <a:tcTxStyle/>
    </a:band2V>
    <a:lastCol>
      <a:tcTxStyle b="on" i="off">
        <a:font>
          <a:latin typeface="Garamond"/>
          <a:ea typeface="Garamond"/>
          <a:cs typeface="Garamond"/>
        </a:font>
        <a:srgbClr val="FFFFFF"/>
      </a:tcTxStyle>
      <a:tcStyle>
        <a:fill>
          <a:solidFill>
            <a:srgbClr val="83992A"/>
          </a:solidFill>
        </a:fill>
      </a:tcStyle>
    </a:lastCol>
    <a:firstCol>
      <a:tcTxStyle b="on" i="off">
        <a:font>
          <a:latin typeface="Garamond"/>
          <a:ea typeface="Garamond"/>
          <a:cs typeface="Garamond"/>
        </a:font>
        <a:srgbClr val="FFFFFF"/>
      </a:tcTxStyle>
      <a:tcStyle>
        <a:fill>
          <a:solidFill>
            <a:srgbClr val="83992A"/>
          </a:solidFill>
        </a:fill>
      </a:tcStyle>
    </a:firstCol>
    <a:lastRow>
      <a:tcTxStyle b="on" i="off">
        <a:font>
          <a:latin typeface="Garamond"/>
          <a:ea typeface="Garamond"/>
          <a:cs typeface="Garamond"/>
        </a:font>
        <a:srgbClr val="FFFFFF"/>
      </a:tcTxStyle>
      <a:tcStyle>
        <a:tcBdr>
          <a:top>
            <a:ln cap="flat" cmpd="sng" w="38100">
              <a:solidFill>
                <a:srgbClr val="FFFFFF"/>
              </a:solidFill>
              <a:prstDash val="solid"/>
              <a:round/>
              <a:headEnd len="sm" w="sm" type="none"/>
              <a:tailEnd len="sm" w="sm" type="none"/>
            </a:ln>
          </a:top>
        </a:tcBdr>
        <a:fill>
          <a:solidFill>
            <a:srgbClr val="83992A"/>
          </a:solidFill>
        </a:fill>
      </a:tcStyle>
    </a:lastRow>
    <a:seCell>
      <a:tcTxStyle/>
    </a:seCell>
    <a:swCell>
      <a:tcTxStyle/>
    </a:swCell>
    <a:firstRow>
      <a:tcTxStyle b="on" i="off">
        <a:font>
          <a:latin typeface="Garamond"/>
          <a:ea typeface="Garamond"/>
          <a:cs typeface="Garamond"/>
        </a:font>
        <a:srgbClr val="FFFFFF"/>
      </a:tcTxStyle>
      <a:tcStyle>
        <a:tcBdr>
          <a:bottom>
            <a:ln cap="flat" cmpd="sng" w="38100">
              <a:solidFill>
                <a:srgbClr val="FFFFFF"/>
              </a:solidFill>
              <a:prstDash val="solid"/>
              <a:round/>
              <a:headEnd len="sm" w="sm" type="none"/>
              <a:tailEnd len="sm" w="sm" type="none"/>
            </a:ln>
          </a:bottom>
        </a:tcBdr>
        <a:fill>
          <a:solidFill>
            <a:srgbClr val="83992A"/>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Garamond-bold.fntdata"/><Relationship Id="rId14" Type="http://schemas.openxmlformats.org/officeDocument/2006/relationships/slide" Target="slides/slide8.xml"/><Relationship Id="rId36" Type="http://schemas.openxmlformats.org/officeDocument/2006/relationships/font" Target="fonts/Garamond-regular.fntdata"/><Relationship Id="rId17" Type="http://schemas.openxmlformats.org/officeDocument/2006/relationships/slide" Target="slides/slide11.xml"/><Relationship Id="rId39" Type="http://schemas.openxmlformats.org/officeDocument/2006/relationships/font" Target="fonts/Garamond-boldItalic.fntdata"/><Relationship Id="rId16" Type="http://schemas.openxmlformats.org/officeDocument/2006/relationships/slide" Target="slides/slide10.xml"/><Relationship Id="rId38" Type="http://schemas.openxmlformats.org/officeDocument/2006/relationships/font" Target="fonts/Garamon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0ef0042ac_0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0ef0042ac_0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b0ef0042ac_0_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b0ef0042ac_0_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0ef0042ac_0_1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b0ef0042ac_0_1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b0ef0042ac_0_21: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b0ef0042ac_0_21: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b0ef0042ac_0_2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b0ef0042ac_0_2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6"/>
          <p:cNvSpPr txBox="1"/>
          <p:nvPr>
            <p:ph idx="1" type="body"/>
          </p:nvPr>
        </p:nvSpPr>
        <p:spPr>
          <a:xfrm>
            <a:off x="609680" y="1481329"/>
            <a:ext cx="10974229" cy="4525963"/>
          </a:xfrm>
          <a:prstGeom prst="rect">
            <a:avLst/>
          </a:prstGeom>
          <a:noFill/>
          <a:ln>
            <a:noFill/>
          </a:ln>
        </p:spPr>
        <p:txBody>
          <a:bodyPr anchorCtr="0" anchor="t" bIns="45700" lIns="91425" spcFirstLastPara="1" rIns="91425" wrap="square" tIns="45700">
            <a:normAutofit/>
          </a:bodyPr>
          <a:lstStyle>
            <a:lvl1pPr indent="-306324" lvl="0" marL="457200" algn="l">
              <a:spcBef>
                <a:spcPts val="400"/>
              </a:spcBef>
              <a:spcAft>
                <a:spcPts val="0"/>
              </a:spcAft>
              <a:buSzPts val="1224"/>
              <a:buChar char="🞂"/>
              <a:defRPr/>
            </a:lvl1pPr>
            <a:lvl2pPr indent="-342900" lvl="1" marL="914400" algn="l">
              <a:spcBef>
                <a:spcPts val="324"/>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7" name="Google Shape;17;p26"/>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6"/>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1pPr>
            <a:lvl2pPr indent="0" lvl="1"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2pPr>
            <a:lvl3pPr indent="0" lvl="2"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3pPr>
            <a:lvl4pPr indent="0" lvl="3"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4pPr>
            <a:lvl5pPr indent="0" lvl="4"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5pPr>
            <a:lvl6pPr indent="0" lvl="5"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6pPr>
            <a:lvl7pPr indent="0" lvl="6"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7pPr>
            <a:lvl8pPr indent="0" lvl="7"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8pPr>
            <a:lvl9pPr indent="0" lvl="8"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
        <p:nvSpPr>
          <p:cNvPr id="20" name="Google Shape;20;p26"/>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27"/>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7"/>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7"/>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1pPr>
            <a:lvl2pPr indent="0" lvl="1"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2pPr>
            <a:lvl3pPr indent="0" lvl="2"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3pPr>
            <a:lvl4pPr indent="0" lvl="3"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4pPr>
            <a:lvl5pPr indent="0" lvl="4"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5pPr>
            <a:lvl6pPr indent="0" lvl="5"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6pPr>
            <a:lvl7pPr indent="0" lvl="6"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7pPr>
            <a:lvl8pPr indent="0" lvl="7"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8pPr>
            <a:lvl9pPr indent="0" lvl="8"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5" name="Shape 25"/>
        <p:cNvGrpSpPr/>
        <p:nvPr/>
      </p:nvGrpSpPr>
      <p:grpSpPr>
        <a:xfrm>
          <a:off x="0" y="0"/>
          <a:ext cx="0" cy="0"/>
          <a:chOff x="0" y="0"/>
          <a:chExt cx="0" cy="0"/>
        </a:xfrm>
      </p:grpSpPr>
      <p:sp>
        <p:nvSpPr>
          <p:cNvPr id="26" name="Google Shape;26;p28"/>
          <p:cNvSpPr/>
          <p:nvPr/>
        </p:nvSpPr>
        <p:spPr>
          <a:xfrm>
            <a:off x="-2" y="4664147"/>
            <a:ext cx="12203041" cy="0"/>
          </a:xfrm>
          <a:prstGeom prst="rtTriangle">
            <a:avLst/>
          </a:prstGeom>
          <a:gradFill>
            <a:gsLst>
              <a:gs pos="0">
                <a:srgbClr val="007795"/>
              </a:gs>
              <a:gs pos="55000">
                <a:srgbClr val="47BBE0"/>
              </a:gs>
              <a:gs pos="100000">
                <a:srgbClr val="007795"/>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27" name="Google Shape;27;p28"/>
          <p:cNvSpPr txBox="1"/>
          <p:nvPr>
            <p:ph type="ctrTitle"/>
          </p:nvPr>
        </p:nvSpPr>
        <p:spPr>
          <a:xfrm>
            <a:off x="914519" y="1752602"/>
            <a:ext cx="10364550" cy="1829761"/>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2"/>
              </a:buClr>
              <a:buSzPts val="4800"/>
              <a:buFont typeface="Rockwell"/>
              <a:buNone/>
              <a:defRPr b="1" sz="4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8"/>
          <p:cNvSpPr txBox="1"/>
          <p:nvPr>
            <p:ph idx="1" type="subTitle"/>
          </p:nvPr>
        </p:nvSpPr>
        <p:spPr>
          <a:xfrm>
            <a:off x="914519" y="3611607"/>
            <a:ext cx="10364550" cy="1199704"/>
          </a:xfrm>
          <a:prstGeom prst="rect">
            <a:avLst/>
          </a:prstGeom>
          <a:noFill/>
          <a:ln>
            <a:noFill/>
          </a:ln>
        </p:spPr>
        <p:txBody>
          <a:bodyPr anchorCtr="0" anchor="t" bIns="45700" lIns="45700" spcFirstLastPara="1" rIns="45700" wrap="square" tIns="45700">
            <a:normAutofit/>
          </a:bodyPr>
          <a:lstStyle>
            <a:lvl1pPr lvl="0" marR="64008" algn="r">
              <a:spcBef>
                <a:spcPts val="400"/>
              </a:spcBef>
              <a:spcAft>
                <a:spcPts val="0"/>
              </a:spcAft>
              <a:buSzPts val="1836"/>
              <a:buNone/>
              <a:defRPr>
                <a:solidFill>
                  <a:schemeClr val="dk2"/>
                </a:solidFill>
              </a:defRPr>
            </a:lvl1pPr>
            <a:lvl2pPr lvl="1" algn="ctr">
              <a:spcBef>
                <a:spcPts val="324"/>
              </a:spcBef>
              <a:spcAft>
                <a:spcPts val="0"/>
              </a:spcAft>
              <a:buSzPts val="1800"/>
              <a:buNone/>
              <a:defRPr/>
            </a:lvl2pPr>
            <a:lvl3pPr lvl="2" algn="ctr">
              <a:spcBef>
                <a:spcPts val="350"/>
              </a:spcBef>
              <a:spcAft>
                <a:spcPts val="0"/>
              </a:spcAft>
              <a:buSzPts val="1800"/>
              <a:buNone/>
              <a:defRPr/>
            </a:lvl3pPr>
            <a:lvl4pPr lvl="3" algn="ctr">
              <a:spcBef>
                <a:spcPts val="350"/>
              </a:spcBef>
              <a:spcAft>
                <a:spcPts val="0"/>
              </a:spcAft>
              <a:buSzPts val="1800"/>
              <a:buNone/>
              <a:defRPr/>
            </a:lvl4pPr>
            <a:lvl5pPr lvl="4" algn="ctr">
              <a:spcBef>
                <a:spcPts val="350"/>
              </a:spcBef>
              <a:spcAft>
                <a:spcPts val="0"/>
              </a:spcAft>
              <a:buSzPts val="1800"/>
              <a:buNone/>
              <a:defRPr/>
            </a:lvl5pPr>
            <a:lvl6pPr lvl="5" algn="ctr">
              <a:spcBef>
                <a:spcPts val="350"/>
              </a:spcBef>
              <a:spcAft>
                <a:spcPts val="0"/>
              </a:spcAft>
              <a:buSzPts val="1800"/>
              <a:buNone/>
              <a:defRPr/>
            </a:lvl6pPr>
            <a:lvl7pPr lvl="6" algn="ctr">
              <a:spcBef>
                <a:spcPts val="350"/>
              </a:spcBef>
              <a:spcAft>
                <a:spcPts val="0"/>
              </a:spcAft>
              <a:buSzPts val="1800"/>
              <a:buNone/>
              <a:defRPr/>
            </a:lvl7pPr>
            <a:lvl8pPr lvl="7" algn="ctr">
              <a:spcBef>
                <a:spcPts val="350"/>
              </a:spcBef>
              <a:spcAft>
                <a:spcPts val="0"/>
              </a:spcAft>
              <a:buSzPts val="1800"/>
              <a:buNone/>
              <a:defRPr/>
            </a:lvl8pPr>
            <a:lvl9pPr lvl="8" algn="ctr">
              <a:spcBef>
                <a:spcPts val="350"/>
              </a:spcBef>
              <a:spcAft>
                <a:spcPts val="0"/>
              </a:spcAft>
              <a:buSzPts val="1800"/>
              <a:buNone/>
              <a:defRPr/>
            </a:lvl9pPr>
          </a:lstStyle>
          <a:p/>
        </p:txBody>
      </p:sp>
      <p:grpSp>
        <p:nvGrpSpPr>
          <p:cNvPr id="29" name="Google Shape;29;p28"/>
          <p:cNvGrpSpPr/>
          <p:nvPr/>
        </p:nvGrpSpPr>
        <p:grpSpPr>
          <a:xfrm>
            <a:off x="-5020" y="4953000"/>
            <a:ext cx="12198609" cy="1912088"/>
            <a:chOff x="-3765" y="4832896"/>
            <a:chExt cx="9147765" cy="2032192"/>
          </a:xfrm>
        </p:grpSpPr>
        <p:sp>
          <p:nvSpPr>
            <p:cNvPr id="30" name="Google Shape;30;p28"/>
            <p:cNvSpPr/>
            <p:nvPr/>
          </p:nvSpPr>
          <p:spPr>
            <a:xfrm>
              <a:off x="1687513" y="4832896"/>
              <a:ext cx="7456487" cy="518816"/>
            </a:xfrm>
            <a:custGeom>
              <a:rect b="b" l="l" r="r" t="t"/>
              <a:pathLst>
                <a:path extrusionOk="0" h="367" w="4697">
                  <a:moveTo>
                    <a:pt x="4697" y="0"/>
                  </a:moveTo>
                  <a:lnTo>
                    <a:pt x="4697" y="367"/>
                  </a:lnTo>
                  <a:lnTo>
                    <a:pt x="0" y="218"/>
                  </a:lnTo>
                  <a:lnTo>
                    <a:pt x="4697" y="0"/>
                  </a:lnTo>
                  <a:close/>
                </a:path>
              </a:pathLst>
            </a:custGeom>
            <a:solidFill>
              <a:srgbClr val="9CCADC">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1" name="Google Shape;31;p28"/>
            <p:cNvSpPr/>
            <p:nvPr/>
          </p:nvSpPr>
          <p:spPr>
            <a:xfrm>
              <a:off x="35443" y="5135526"/>
              <a:ext cx="9108557" cy="838200"/>
            </a:xfrm>
            <a:custGeom>
              <a:rect b="b" l="l" r="r" t="t"/>
              <a:pathLst>
                <a:path extrusionOk="0" h="528" w="5760">
                  <a:moveTo>
                    <a:pt x="0" y="0"/>
                  </a:moveTo>
                  <a:lnTo>
                    <a:pt x="5760" y="0"/>
                  </a:lnTo>
                  <a:lnTo>
                    <a:pt x="5760" y="528"/>
                  </a:lnTo>
                  <a:lnTo>
                    <a:pt x="48" y="0"/>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2" name="Google Shape;32;p28"/>
            <p:cNvSpPr/>
            <p:nvPr/>
          </p:nvSpPr>
          <p:spPr>
            <a:xfrm>
              <a:off x="0" y="4883888"/>
              <a:ext cx="9144000" cy="1981200"/>
            </a:xfrm>
            <a:custGeom>
              <a:rect b="b" l="l" r="r" t="t"/>
              <a:pathLst>
                <a:path extrusionOk="0" h="1248" w="5760">
                  <a:moveTo>
                    <a:pt x="0" y="0"/>
                  </a:moveTo>
                  <a:lnTo>
                    <a:pt x="0" y="1248"/>
                  </a:lnTo>
                  <a:lnTo>
                    <a:pt x="5760" y="1248"/>
                  </a:lnTo>
                  <a:lnTo>
                    <a:pt x="5760" y="528"/>
                  </a:lnTo>
                  <a:lnTo>
                    <a:pt x="0" y="0"/>
                  </a:lnTo>
                  <a:close/>
                </a:path>
              </a:pathLst>
            </a:custGeom>
            <a:blipFill rotWithShape="1">
              <a:blip r:embed="rId2">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cxnSp>
          <p:nvCxnSpPr>
            <p:cNvPr id="33" name="Google Shape;33;p28"/>
            <p:cNvCxnSpPr/>
            <p:nvPr/>
          </p:nvCxnSpPr>
          <p:spPr>
            <a:xfrm>
              <a:off x="-3765" y="4880373"/>
              <a:ext cx="9147765" cy="839943"/>
            </a:xfrm>
            <a:prstGeom prst="straightConnector1">
              <a:avLst/>
            </a:prstGeom>
            <a:noFill/>
            <a:ln cap="flat" cmpd="sng" w="12050">
              <a:solidFill>
                <a:srgbClr val="93C5D8"/>
              </a:solidFill>
              <a:prstDash val="solid"/>
              <a:miter lim="800000"/>
              <a:headEnd len="sm" w="sm" type="none"/>
              <a:tailEnd len="sm" w="sm" type="none"/>
            </a:ln>
          </p:spPr>
        </p:cxnSp>
      </p:grpSp>
      <p:sp>
        <p:nvSpPr>
          <p:cNvPr id="34" name="Google Shape;34;p28"/>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8"/>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E7F0F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8"/>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1pPr>
            <a:lvl2pPr indent="0" lvl="1"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2pPr>
            <a:lvl3pPr indent="0" lvl="2"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3pPr>
            <a:lvl4pPr indent="0" lvl="3"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4pPr>
            <a:lvl5pPr indent="0" lvl="4"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5pPr>
            <a:lvl6pPr indent="0" lvl="5"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6pPr>
            <a:lvl7pPr indent="0" lvl="6"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7pPr>
            <a:lvl8pPr indent="0" lvl="7"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8pPr>
            <a:lvl9pPr indent="0" lvl="8"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solidFill>
                <a:srgbClr val="FFFFFF"/>
              </a:solidFill>
              <a:latin typeface="Times New Roman"/>
              <a:ea typeface="Times New Roman"/>
              <a:cs typeface="Times New Roman"/>
              <a:sym typeface="Times New Roman"/>
            </a:endParaRPr>
          </a:p>
        </p:txBody>
      </p:sp>
    </p:spTree>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B1B1B1"/>
            </a:gs>
            <a:gs pos="40000">
              <a:srgbClr val="9E9E9E"/>
            </a:gs>
            <a:gs pos="100000">
              <a:schemeClr val="dk1"/>
            </a:gs>
          </a:gsLst>
          <a:path path="circle">
            <a:fillToRect b="100%" l="100%" r="0%" t="0%"/>
          </a:path>
          <a:tileRect b="0%" l="0%" r="-100%" t="-100%"/>
        </a:gradFill>
      </p:bgPr>
    </p:bg>
    <p:spTree>
      <p:nvGrpSpPr>
        <p:cNvPr id="37" name="Shape 37"/>
        <p:cNvGrpSpPr/>
        <p:nvPr/>
      </p:nvGrpSpPr>
      <p:grpSpPr>
        <a:xfrm>
          <a:off x="0" y="0"/>
          <a:ext cx="0" cy="0"/>
          <a:chOff x="0" y="0"/>
          <a:chExt cx="0" cy="0"/>
        </a:xfrm>
      </p:grpSpPr>
      <p:sp>
        <p:nvSpPr>
          <p:cNvPr id="38" name="Google Shape;38;p29"/>
          <p:cNvSpPr txBox="1"/>
          <p:nvPr>
            <p:ph type="title"/>
          </p:nvPr>
        </p:nvSpPr>
        <p:spPr>
          <a:xfrm>
            <a:off x="963293" y="1059712"/>
            <a:ext cx="10364550" cy="18288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lt2"/>
              </a:buClr>
              <a:buSzPts val="4800"/>
              <a:buFont typeface="Rockwell"/>
              <a:buNone/>
              <a:defRPr b="1"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9"/>
          <p:cNvSpPr txBox="1"/>
          <p:nvPr>
            <p:ph idx="1" type="body"/>
          </p:nvPr>
        </p:nvSpPr>
        <p:spPr>
          <a:xfrm>
            <a:off x="5230965" y="2931712"/>
            <a:ext cx="6096794" cy="1454888"/>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1564"/>
              <a:buNone/>
              <a:defRPr sz="2300">
                <a:solidFill>
                  <a:schemeClr val="lt1"/>
                </a:solidFill>
              </a:defRPr>
            </a:lvl1pPr>
            <a:lvl2pPr indent="-228600" lvl="1" marL="914400" algn="l">
              <a:spcBef>
                <a:spcPts val="324"/>
              </a:spcBef>
              <a:spcAft>
                <a:spcPts val="0"/>
              </a:spcAft>
              <a:buSzPts val="1800"/>
              <a:buNone/>
              <a:defRPr sz="1800">
                <a:solidFill>
                  <a:schemeClr val="lt1"/>
                </a:solidFill>
              </a:defRPr>
            </a:lvl2pPr>
            <a:lvl3pPr indent="-228600" lvl="2" marL="1371600" algn="l">
              <a:spcBef>
                <a:spcPts val="350"/>
              </a:spcBef>
              <a:spcAft>
                <a:spcPts val="0"/>
              </a:spcAft>
              <a:buSzPts val="1600"/>
              <a:buNone/>
              <a:defRPr sz="1600">
                <a:solidFill>
                  <a:schemeClr val="lt1"/>
                </a:solidFill>
              </a:defRPr>
            </a:lvl3pPr>
            <a:lvl4pPr indent="-228600" lvl="3" marL="1828800" algn="l">
              <a:spcBef>
                <a:spcPts val="350"/>
              </a:spcBef>
              <a:spcAft>
                <a:spcPts val="0"/>
              </a:spcAft>
              <a:buSzPts val="1400"/>
              <a:buNone/>
              <a:defRPr sz="1400">
                <a:solidFill>
                  <a:schemeClr val="lt1"/>
                </a:solidFill>
              </a:defRPr>
            </a:lvl4pPr>
            <a:lvl5pPr indent="-228600" lvl="4" marL="2286000" algn="l">
              <a:spcBef>
                <a:spcPts val="350"/>
              </a:spcBef>
              <a:spcAft>
                <a:spcPts val="0"/>
              </a:spcAft>
              <a:buSzPts val="1400"/>
              <a:buNone/>
              <a:defRPr sz="1400">
                <a:solidFill>
                  <a:schemeClr val="lt1"/>
                </a:solidFill>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40" name="Google Shape;40;p29"/>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9"/>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9"/>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1pPr>
            <a:lvl2pPr indent="0" lvl="1"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2pPr>
            <a:lvl3pPr indent="0" lvl="2"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3pPr>
            <a:lvl4pPr indent="0" lvl="3"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4pPr>
            <a:lvl5pPr indent="0" lvl="4"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5pPr>
            <a:lvl6pPr indent="0" lvl="5"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6pPr>
            <a:lvl7pPr indent="0" lvl="6"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7pPr>
            <a:lvl8pPr indent="0" lvl="7"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8pPr>
            <a:lvl9pPr indent="0" lvl="8"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
        <p:nvSpPr>
          <p:cNvPr id="43" name="Google Shape;43;p29"/>
          <p:cNvSpPr/>
          <p:nvPr/>
        </p:nvSpPr>
        <p:spPr>
          <a:xfrm>
            <a:off x="4849538" y="3005472"/>
            <a:ext cx="243872" cy="228600"/>
          </a:xfrm>
          <a:prstGeom prst="chevron">
            <a:avLst>
              <a:gd fmla="val 50000" name="adj"/>
            </a:avLst>
          </a:prstGeom>
          <a:gradFill>
            <a:gsLst>
              <a:gs pos="0">
                <a:srgbClr val="1488A5"/>
              </a:gs>
              <a:gs pos="72000">
                <a:srgbClr val="4DB7DA"/>
              </a:gs>
              <a:gs pos="100000">
                <a:srgbClr val="7CC2DD"/>
              </a:gs>
            </a:gsLst>
            <a:lin ang="16200000" scaled="0"/>
          </a:gradFill>
          <a:ln cap="rnd" cmpd="sng" w="9525">
            <a:solidFill>
              <a:srgbClr val="20768B"/>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44" name="Google Shape;44;p29"/>
          <p:cNvSpPr/>
          <p:nvPr/>
        </p:nvSpPr>
        <p:spPr>
          <a:xfrm>
            <a:off x="4600951" y="3005472"/>
            <a:ext cx="243872" cy="228600"/>
          </a:xfrm>
          <a:prstGeom prst="chevron">
            <a:avLst>
              <a:gd fmla="val 50000" name="adj"/>
            </a:avLst>
          </a:prstGeom>
          <a:gradFill>
            <a:gsLst>
              <a:gs pos="0">
                <a:srgbClr val="1488A5"/>
              </a:gs>
              <a:gs pos="72000">
                <a:srgbClr val="4DB7DA"/>
              </a:gs>
              <a:gs pos="100000">
                <a:srgbClr val="7CC2DD"/>
              </a:gs>
            </a:gsLst>
            <a:lin ang="16200000" scaled="0"/>
          </a:gradFill>
          <a:ln cap="rnd" cmpd="sng" w="9525">
            <a:solidFill>
              <a:srgbClr val="20768B"/>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Tree>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gradFill>
          <a:gsLst>
            <a:gs pos="0">
              <a:srgbClr val="B1B1B1"/>
            </a:gs>
            <a:gs pos="40000">
              <a:srgbClr val="9E9E9E"/>
            </a:gs>
            <a:gs pos="100000">
              <a:schemeClr val="dk1"/>
            </a:gs>
          </a:gsLst>
          <a:path path="circle">
            <a:fillToRect b="100%" l="100%" r="0%" t="0%"/>
          </a:path>
          <a:tileRect b="0%" l="0%" r="-100%" t="-100%"/>
        </a:gradFill>
      </p:bgPr>
    </p:bg>
    <p:spTree>
      <p:nvGrpSpPr>
        <p:cNvPr id="45" name="Shape 45"/>
        <p:cNvGrpSpPr/>
        <p:nvPr/>
      </p:nvGrpSpPr>
      <p:grpSpPr>
        <a:xfrm>
          <a:off x="0" y="0"/>
          <a:ext cx="0" cy="0"/>
          <a:chOff x="0" y="0"/>
          <a:chExt cx="0" cy="0"/>
        </a:xfrm>
      </p:grpSpPr>
      <p:sp>
        <p:nvSpPr>
          <p:cNvPr id="46" name="Google Shape;46;p30"/>
          <p:cNvSpPr txBox="1"/>
          <p:nvPr>
            <p:ph idx="1" type="body"/>
          </p:nvPr>
        </p:nvSpPr>
        <p:spPr>
          <a:xfrm>
            <a:off x="609680" y="1481329"/>
            <a:ext cx="5385501" cy="4525963"/>
          </a:xfrm>
          <a:prstGeom prst="rect">
            <a:avLst/>
          </a:prstGeom>
          <a:noFill/>
          <a:ln>
            <a:noFill/>
          </a:ln>
        </p:spPr>
        <p:txBody>
          <a:bodyPr anchorCtr="0" anchor="t" bIns="45700" lIns="91425" spcFirstLastPara="1" rIns="91425" wrap="square" tIns="45700">
            <a:normAutofit/>
          </a:bodyPr>
          <a:lstStyle>
            <a:lvl1pPr indent="-349504" lvl="0" marL="457200" algn="l">
              <a:spcBef>
                <a:spcPts val="400"/>
              </a:spcBef>
              <a:spcAft>
                <a:spcPts val="0"/>
              </a:spcAft>
              <a:buSzPts val="1904"/>
              <a:buChar char="🞂"/>
              <a:defRPr sz="2800"/>
            </a:lvl1pPr>
            <a:lvl2pPr indent="-381000" lvl="1" marL="914400" algn="l">
              <a:spcBef>
                <a:spcPts val="324"/>
              </a:spcBef>
              <a:spcAft>
                <a:spcPts val="0"/>
              </a:spcAft>
              <a:buSzPts val="2400"/>
              <a:buChar char="◦"/>
              <a:defRPr sz="2400"/>
            </a:lvl2pPr>
            <a:lvl3pPr indent="-355600" lvl="2" marL="1371600" algn="l">
              <a:spcBef>
                <a:spcPts val="350"/>
              </a:spcBef>
              <a:spcAft>
                <a:spcPts val="0"/>
              </a:spcAft>
              <a:buSzPts val="2000"/>
              <a:buChar char="●"/>
              <a:defRPr sz="2000"/>
            </a:lvl3pPr>
            <a:lvl4pPr indent="-342900" lvl="3" marL="1828800" algn="l">
              <a:spcBef>
                <a:spcPts val="350"/>
              </a:spcBef>
              <a:spcAft>
                <a:spcPts val="0"/>
              </a:spcAft>
              <a:buSzPts val="1800"/>
              <a:buChar char="●"/>
              <a:defRPr sz="1800"/>
            </a:lvl4pPr>
            <a:lvl5pPr indent="-342900" lvl="4" marL="2286000" algn="l">
              <a:spcBef>
                <a:spcPts val="350"/>
              </a:spcBef>
              <a:spcAft>
                <a:spcPts val="0"/>
              </a:spcAft>
              <a:buSzPts val="1800"/>
              <a:buChar char="●"/>
              <a:defRPr sz="18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47" name="Google Shape;47;p30"/>
          <p:cNvSpPr txBox="1"/>
          <p:nvPr>
            <p:ph idx="2" type="body"/>
          </p:nvPr>
        </p:nvSpPr>
        <p:spPr>
          <a:xfrm>
            <a:off x="6198407" y="1481329"/>
            <a:ext cx="5385501" cy="4525963"/>
          </a:xfrm>
          <a:prstGeom prst="rect">
            <a:avLst/>
          </a:prstGeom>
          <a:noFill/>
          <a:ln>
            <a:noFill/>
          </a:ln>
        </p:spPr>
        <p:txBody>
          <a:bodyPr anchorCtr="0" anchor="t" bIns="45700" lIns="91425" spcFirstLastPara="1" rIns="91425" wrap="square" tIns="45700">
            <a:normAutofit/>
          </a:bodyPr>
          <a:lstStyle>
            <a:lvl1pPr indent="-349504" lvl="0" marL="457200" algn="l">
              <a:spcBef>
                <a:spcPts val="400"/>
              </a:spcBef>
              <a:spcAft>
                <a:spcPts val="0"/>
              </a:spcAft>
              <a:buSzPts val="1904"/>
              <a:buChar char="🞂"/>
              <a:defRPr sz="2800"/>
            </a:lvl1pPr>
            <a:lvl2pPr indent="-381000" lvl="1" marL="914400" algn="l">
              <a:spcBef>
                <a:spcPts val="324"/>
              </a:spcBef>
              <a:spcAft>
                <a:spcPts val="0"/>
              </a:spcAft>
              <a:buSzPts val="2400"/>
              <a:buChar char="◦"/>
              <a:defRPr sz="2400"/>
            </a:lvl2pPr>
            <a:lvl3pPr indent="-355600" lvl="2" marL="1371600" algn="l">
              <a:spcBef>
                <a:spcPts val="350"/>
              </a:spcBef>
              <a:spcAft>
                <a:spcPts val="0"/>
              </a:spcAft>
              <a:buSzPts val="2000"/>
              <a:buChar char="●"/>
              <a:defRPr sz="2000"/>
            </a:lvl3pPr>
            <a:lvl4pPr indent="-342900" lvl="3" marL="1828800" algn="l">
              <a:spcBef>
                <a:spcPts val="350"/>
              </a:spcBef>
              <a:spcAft>
                <a:spcPts val="0"/>
              </a:spcAft>
              <a:buSzPts val="1800"/>
              <a:buChar char="●"/>
              <a:defRPr sz="1800"/>
            </a:lvl4pPr>
            <a:lvl5pPr indent="-342900" lvl="4" marL="2286000" algn="l">
              <a:spcBef>
                <a:spcPts val="350"/>
              </a:spcBef>
              <a:spcAft>
                <a:spcPts val="0"/>
              </a:spcAft>
              <a:buSzPts val="1800"/>
              <a:buChar char="●"/>
              <a:defRPr sz="18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48" name="Google Shape;48;p30"/>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0"/>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0"/>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1pPr>
            <a:lvl2pPr indent="0" lvl="1"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2pPr>
            <a:lvl3pPr indent="0" lvl="2"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3pPr>
            <a:lvl4pPr indent="0" lvl="3"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4pPr>
            <a:lvl5pPr indent="0" lvl="4"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5pPr>
            <a:lvl6pPr indent="0" lvl="5"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6pPr>
            <a:lvl7pPr indent="0" lvl="6"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7pPr>
            <a:lvl8pPr indent="0" lvl="7"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8pPr>
            <a:lvl9pPr indent="0" lvl="8"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
        <p:nvSpPr>
          <p:cNvPr id="51" name="Google Shape;51;p30"/>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bg>
      <p:bgPr>
        <a:blipFill rotWithShape="1">
          <a:blip r:embed="rId2">
            <a:alphaModFix/>
          </a:blip>
          <a:tile algn="tl" flip="none" tx="0" sx="50000" ty="0" sy="50000"/>
        </a:blipFill>
      </p:bgPr>
    </p:bg>
    <p:spTree>
      <p:nvGrpSpPr>
        <p:cNvPr id="52" name="Shape 52"/>
        <p:cNvGrpSpPr/>
        <p:nvPr/>
      </p:nvGrpSpPr>
      <p:grpSpPr>
        <a:xfrm>
          <a:off x="0" y="0"/>
          <a:ext cx="0" cy="0"/>
          <a:chOff x="0" y="0"/>
          <a:chExt cx="0" cy="0"/>
        </a:xfrm>
      </p:grpSpPr>
      <p:sp>
        <p:nvSpPr>
          <p:cNvPr id="53" name="Google Shape;53;p31"/>
          <p:cNvSpPr txBox="1"/>
          <p:nvPr>
            <p:ph type="title"/>
          </p:nvPr>
        </p:nvSpPr>
        <p:spPr>
          <a:xfrm>
            <a:off x="609680" y="273050"/>
            <a:ext cx="10974229"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100"/>
              <a:buFont typeface="Rockwel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1"/>
          <p:cNvSpPr txBox="1"/>
          <p:nvPr>
            <p:ph idx="1" type="body"/>
          </p:nvPr>
        </p:nvSpPr>
        <p:spPr>
          <a:xfrm>
            <a:off x="609679" y="5410200"/>
            <a:ext cx="5387619" cy="762000"/>
          </a:xfrm>
          <a:prstGeom prst="rect">
            <a:avLst/>
          </a:prstGeom>
          <a:solidFill>
            <a:schemeClr val="accent1"/>
          </a:solidFill>
          <a:ln cap="flat" cmpd="sng" w="9650">
            <a:solidFill>
              <a:schemeClr val="accent1"/>
            </a:solidFill>
            <a:prstDash val="solid"/>
            <a:miter lim="800000"/>
            <a:headEnd len="sm" w="sm" type="none"/>
            <a:tailEnd len="sm" w="sm" type="none"/>
          </a:ln>
        </p:spPr>
        <p:txBody>
          <a:bodyPr anchorCtr="0" anchor="ctr" bIns="45700" lIns="182875" spcFirstLastPara="1" rIns="91425" wrap="square" tIns="45700">
            <a:normAutofit/>
          </a:bodyPr>
          <a:lstStyle>
            <a:lvl1pPr indent="-228600" lvl="0" marL="457200" algn="l">
              <a:spcBef>
                <a:spcPts val="400"/>
              </a:spcBef>
              <a:spcAft>
                <a:spcPts val="0"/>
              </a:spcAft>
              <a:buSzPts val="1632"/>
              <a:buNone/>
              <a:defRPr b="0" sz="2400">
                <a:solidFill>
                  <a:schemeClr val="lt1"/>
                </a:solidFill>
              </a:defRPr>
            </a:lvl1pPr>
            <a:lvl2pPr indent="-228600" lvl="1" marL="914400" algn="l">
              <a:spcBef>
                <a:spcPts val="324"/>
              </a:spcBef>
              <a:spcAft>
                <a:spcPts val="0"/>
              </a:spcAft>
              <a:buSzPts val="2000"/>
              <a:buNone/>
              <a:defRPr b="1" sz="2000"/>
            </a:lvl2pPr>
            <a:lvl3pPr indent="-228600" lvl="2" marL="1371600" algn="l">
              <a:spcBef>
                <a:spcPts val="350"/>
              </a:spcBef>
              <a:spcAft>
                <a:spcPts val="0"/>
              </a:spcAft>
              <a:buSzPts val="1800"/>
              <a:buNone/>
              <a:defRPr b="1" sz="1800"/>
            </a:lvl3pPr>
            <a:lvl4pPr indent="-228600" lvl="3" marL="1828800" algn="l">
              <a:spcBef>
                <a:spcPts val="350"/>
              </a:spcBef>
              <a:spcAft>
                <a:spcPts val="0"/>
              </a:spcAft>
              <a:buSzPts val="1600"/>
              <a:buNone/>
              <a:defRPr b="1" sz="1600"/>
            </a:lvl4pPr>
            <a:lvl5pPr indent="-228600" lvl="4" marL="2286000" algn="l">
              <a:spcBef>
                <a:spcPts val="350"/>
              </a:spcBef>
              <a:spcAft>
                <a:spcPts val="0"/>
              </a:spcAft>
              <a:buSzPts val="1600"/>
              <a:buNone/>
              <a:defRPr b="1"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5" name="Google Shape;55;p31"/>
          <p:cNvSpPr txBox="1"/>
          <p:nvPr>
            <p:ph idx="2" type="body"/>
          </p:nvPr>
        </p:nvSpPr>
        <p:spPr>
          <a:xfrm>
            <a:off x="6194175" y="5410200"/>
            <a:ext cx="5389735" cy="762000"/>
          </a:xfrm>
          <a:prstGeom prst="rect">
            <a:avLst/>
          </a:prstGeom>
          <a:solidFill>
            <a:schemeClr val="accent1"/>
          </a:solidFill>
          <a:ln cap="flat" cmpd="sng" w="9650">
            <a:solidFill>
              <a:schemeClr val="accent1"/>
            </a:solidFill>
            <a:prstDash val="solid"/>
            <a:miter lim="800000"/>
            <a:headEnd len="sm" w="sm" type="none"/>
            <a:tailEnd len="sm" w="sm" type="none"/>
          </a:ln>
        </p:spPr>
        <p:txBody>
          <a:bodyPr anchorCtr="0" anchor="ctr" bIns="45700" lIns="182875" spcFirstLastPara="1" rIns="91425" wrap="square" tIns="45700">
            <a:normAutofit/>
          </a:bodyPr>
          <a:lstStyle>
            <a:lvl1pPr indent="-228600" lvl="0" marL="457200" algn="l">
              <a:spcBef>
                <a:spcPts val="400"/>
              </a:spcBef>
              <a:spcAft>
                <a:spcPts val="0"/>
              </a:spcAft>
              <a:buSzPts val="1632"/>
              <a:buNone/>
              <a:defRPr b="0" sz="2400">
                <a:solidFill>
                  <a:schemeClr val="lt1"/>
                </a:solidFill>
              </a:defRPr>
            </a:lvl1pPr>
            <a:lvl2pPr indent="-228600" lvl="1" marL="914400" algn="l">
              <a:spcBef>
                <a:spcPts val="324"/>
              </a:spcBef>
              <a:spcAft>
                <a:spcPts val="0"/>
              </a:spcAft>
              <a:buSzPts val="2000"/>
              <a:buNone/>
              <a:defRPr b="1" sz="2000"/>
            </a:lvl2pPr>
            <a:lvl3pPr indent="-228600" lvl="2" marL="1371600" algn="l">
              <a:spcBef>
                <a:spcPts val="350"/>
              </a:spcBef>
              <a:spcAft>
                <a:spcPts val="0"/>
              </a:spcAft>
              <a:buSzPts val="1800"/>
              <a:buNone/>
              <a:defRPr b="1" sz="1800"/>
            </a:lvl3pPr>
            <a:lvl4pPr indent="-228600" lvl="3" marL="1828800" algn="l">
              <a:spcBef>
                <a:spcPts val="350"/>
              </a:spcBef>
              <a:spcAft>
                <a:spcPts val="0"/>
              </a:spcAft>
              <a:buSzPts val="1600"/>
              <a:buNone/>
              <a:defRPr b="1" sz="1600"/>
            </a:lvl4pPr>
            <a:lvl5pPr indent="-228600" lvl="4" marL="2286000" algn="l">
              <a:spcBef>
                <a:spcPts val="350"/>
              </a:spcBef>
              <a:spcAft>
                <a:spcPts val="0"/>
              </a:spcAft>
              <a:buSzPts val="1600"/>
              <a:buNone/>
              <a:defRPr b="1"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6" name="Google Shape;56;p31"/>
          <p:cNvSpPr txBox="1"/>
          <p:nvPr>
            <p:ph idx="3" type="body"/>
          </p:nvPr>
        </p:nvSpPr>
        <p:spPr>
          <a:xfrm>
            <a:off x="609679" y="1444295"/>
            <a:ext cx="5387619" cy="3941763"/>
          </a:xfrm>
          <a:prstGeom prst="rect">
            <a:avLst/>
          </a:prstGeom>
          <a:noFill/>
          <a:ln>
            <a:noFill/>
          </a:ln>
        </p:spPr>
        <p:txBody>
          <a:bodyPr anchorCtr="0" anchor="t" bIns="45700" lIns="91425" spcFirstLastPara="1" rIns="91425" wrap="square" tIns="45700">
            <a:normAutofit/>
          </a:bodyPr>
          <a:lstStyle>
            <a:lvl1pPr indent="-332232" lvl="0" marL="457200" algn="l">
              <a:spcBef>
                <a:spcPts val="400"/>
              </a:spcBef>
              <a:spcAft>
                <a:spcPts val="0"/>
              </a:spcAft>
              <a:buSzPts val="1632"/>
              <a:buChar char="🞂"/>
              <a:defRPr sz="2400"/>
            </a:lvl1pPr>
            <a:lvl2pPr indent="-355600" lvl="1" marL="914400" algn="l">
              <a:spcBef>
                <a:spcPts val="324"/>
              </a:spcBef>
              <a:spcAft>
                <a:spcPts val="0"/>
              </a:spcAft>
              <a:buSzPts val="2000"/>
              <a:buChar char="◦"/>
              <a:defRPr sz="2000"/>
            </a:lvl2pPr>
            <a:lvl3pPr indent="-342900" lvl="2" marL="1371600" algn="l">
              <a:spcBef>
                <a:spcPts val="350"/>
              </a:spcBef>
              <a:spcAft>
                <a:spcPts val="0"/>
              </a:spcAft>
              <a:buSzPts val="1800"/>
              <a:buChar char="●"/>
              <a:defRPr sz="1800"/>
            </a:lvl3pPr>
            <a:lvl4pPr indent="-330200" lvl="3" marL="1828800" algn="l">
              <a:spcBef>
                <a:spcPts val="350"/>
              </a:spcBef>
              <a:spcAft>
                <a:spcPts val="0"/>
              </a:spcAft>
              <a:buSzPts val="1600"/>
              <a:buChar char="●"/>
              <a:defRPr sz="1600"/>
            </a:lvl4pPr>
            <a:lvl5pPr indent="-330200" lvl="4" marL="2286000" algn="l">
              <a:spcBef>
                <a:spcPts val="350"/>
              </a:spcBef>
              <a:spcAft>
                <a:spcPts val="0"/>
              </a:spcAft>
              <a:buSzPts val="1600"/>
              <a:buChar char="●"/>
              <a:defRPr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7" name="Google Shape;57;p31"/>
          <p:cNvSpPr txBox="1"/>
          <p:nvPr>
            <p:ph idx="4" type="body"/>
          </p:nvPr>
        </p:nvSpPr>
        <p:spPr>
          <a:xfrm>
            <a:off x="6194174" y="1444295"/>
            <a:ext cx="5389735" cy="3941763"/>
          </a:xfrm>
          <a:prstGeom prst="rect">
            <a:avLst/>
          </a:prstGeom>
          <a:noFill/>
          <a:ln>
            <a:noFill/>
          </a:ln>
        </p:spPr>
        <p:txBody>
          <a:bodyPr anchorCtr="0" anchor="t" bIns="45700" lIns="91425" spcFirstLastPara="1" rIns="91425" wrap="square" tIns="45700">
            <a:normAutofit/>
          </a:bodyPr>
          <a:lstStyle>
            <a:lvl1pPr indent="-332232" lvl="0" marL="457200" algn="l">
              <a:spcBef>
                <a:spcPts val="0"/>
              </a:spcBef>
              <a:spcAft>
                <a:spcPts val="0"/>
              </a:spcAft>
              <a:buSzPts val="1632"/>
              <a:buChar char="🞂"/>
              <a:defRPr sz="2400"/>
            </a:lvl1pPr>
            <a:lvl2pPr indent="-355600" lvl="1" marL="914400" algn="l">
              <a:spcBef>
                <a:spcPts val="324"/>
              </a:spcBef>
              <a:spcAft>
                <a:spcPts val="0"/>
              </a:spcAft>
              <a:buSzPts val="2000"/>
              <a:buChar char="◦"/>
              <a:defRPr sz="2000"/>
            </a:lvl2pPr>
            <a:lvl3pPr indent="-342900" lvl="2" marL="1371600" algn="l">
              <a:spcBef>
                <a:spcPts val="350"/>
              </a:spcBef>
              <a:spcAft>
                <a:spcPts val="0"/>
              </a:spcAft>
              <a:buSzPts val="1800"/>
              <a:buChar char="●"/>
              <a:defRPr sz="1800"/>
            </a:lvl3pPr>
            <a:lvl4pPr indent="-330200" lvl="3" marL="1828800" algn="l">
              <a:spcBef>
                <a:spcPts val="350"/>
              </a:spcBef>
              <a:spcAft>
                <a:spcPts val="0"/>
              </a:spcAft>
              <a:buSzPts val="1600"/>
              <a:buChar char="●"/>
              <a:defRPr sz="1600"/>
            </a:lvl4pPr>
            <a:lvl5pPr indent="-330200" lvl="4" marL="2286000" algn="l">
              <a:spcBef>
                <a:spcPts val="350"/>
              </a:spcBef>
              <a:spcAft>
                <a:spcPts val="0"/>
              </a:spcAft>
              <a:buSzPts val="1600"/>
              <a:buChar char="●"/>
              <a:defRPr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8" name="Google Shape;58;p31"/>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1pPr>
            <a:lvl2pPr indent="0" lvl="1"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2pPr>
            <a:lvl3pPr indent="0" lvl="2"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3pPr>
            <a:lvl4pPr indent="0" lvl="3"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4pPr>
            <a:lvl5pPr indent="0" lvl="4"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5pPr>
            <a:lvl6pPr indent="0" lvl="5"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6pPr>
            <a:lvl7pPr indent="0" lvl="6"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7pPr>
            <a:lvl8pPr indent="0" lvl="7"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8pPr>
            <a:lvl9pPr indent="0" lvl="8"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Tree>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rgbClr val="B1B1B1"/>
            </a:gs>
            <a:gs pos="40000">
              <a:srgbClr val="9E9E9E"/>
            </a:gs>
            <a:gs pos="100000">
              <a:schemeClr val="dk1"/>
            </a:gs>
          </a:gsLst>
          <a:path path="circle">
            <a:fillToRect b="100%" l="100%" r="0%" t="0%"/>
          </a:path>
          <a:tileRect b="0%" l="0%" r="-100%" t="-100%"/>
        </a:gradFill>
      </p:bgPr>
    </p:bg>
    <p:spTree>
      <p:nvGrpSpPr>
        <p:cNvPr id="61" name="Shape 61"/>
        <p:cNvGrpSpPr/>
        <p:nvPr/>
      </p:nvGrpSpPr>
      <p:grpSpPr>
        <a:xfrm>
          <a:off x="0" y="0"/>
          <a:ext cx="0" cy="0"/>
          <a:chOff x="0" y="0"/>
          <a:chExt cx="0" cy="0"/>
        </a:xfrm>
      </p:grpSpPr>
      <p:sp>
        <p:nvSpPr>
          <p:cNvPr id="62" name="Google Shape;62;p32"/>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2"/>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2"/>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5" name="Google Shape;65;p32"/>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blipFill rotWithShape="1">
          <a:blip r:embed="rId2">
            <a:alphaModFix/>
          </a:blip>
          <a:tile algn="tl" flip="none" tx="0" sx="50000" ty="0" sy="50000"/>
        </a:blipFill>
      </p:bgPr>
    </p:bg>
    <p:spTree>
      <p:nvGrpSpPr>
        <p:cNvPr id="66" name="Shape 66"/>
        <p:cNvGrpSpPr/>
        <p:nvPr/>
      </p:nvGrpSpPr>
      <p:grpSpPr>
        <a:xfrm>
          <a:off x="0" y="0"/>
          <a:ext cx="0" cy="0"/>
          <a:chOff x="0" y="0"/>
          <a:chExt cx="0" cy="0"/>
        </a:xfrm>
      </p:grpSpPr>
      <p:sp>
        <p:nvSpPr>
          <p:cNvPr id="67" name="Google Shape;67;p33"/>
          <p:cNvSpPr txBox="1"/>
          <p:nvPr>
            <p:ph type="title"/>
          </p:nvPr>
        </p:nvSpPr>
        <p:spPr>
          <a:xfrm>
            <a:off x="1219359" y="4876800"/>
            <a:ext cx="9977001" cy="4572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Clr>
                <a:schemeClr val="accent1"/>
              </a:buClr>
              <a:buSzPts val="2500"/>
              <a:buFont typeface="Rockwell"/>
              <a:buNone/>
              <a:defRPr b="0" sz="25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3"/>
          <p:cNvSpPr txBox="1"/>
          <p:nvPr>
            <p:ph idx="1" type="body"/>
          </p:nvPr>
        </p:nvSpPr>
        <p:spPr>
          <a:xfrm>
            <a:off x="5893568" y="5355102"/>
            <a:ext cx="5300146" cy="914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1088"/>
              <a:buNone/>
              <a:defRPr sz="1600"/>
            </a:lvl1pPr>
            <a:lvl2pPr indent="-228600" lvl="1" marL="914400" algn="l">
              <a:spcBef>
                <a:spcPts val="324"/>
              </a:spcBef>
              <a:spcAft>
                <a:spcPts val="0"/>
              </a:spcAft>
              <a:buSzPts val="1200"/>
              <a:buNone/>
              <a:defRPr sz="1200"/>
            </a:lvl2pPr>
            <a:lvl3pPr indent="-228600" lvl="2" marL="1371600" algn="l">
              <a:spcBef>
                <a:spcPts val="350"/>
              </a:spcBef>
              <a:spcAft>
                <a:spcPts val="0"/>
              </a:spcAft>
              <a:buSzPts val="1000"/>
              <a:buNone/>
              <a:defRPr sz="1000"/>
            </a:lvl3pPr>
            <a:lvl4pPr indent="-228600" lvl="3" marL="1828800" algn="l">
              <a:spcBef>
                <a:spcPts val="350"/>
              </a:spcBef>
              <a:spcAft>
                <a:spcPts val="0"/>
              </a:spcAft>
              <a:buSzPts val="900"/>
              <a:buNone/>
              <a:defRPr sz="900"/>
            </a:lvl4pPr>
            <a:lvl5pPr indent="-228600" lvl="4" marL="2286000" algn="l">
              <a:spcBef>
                <a:spcPts val="350"/>
              </a:spcBef>
              <a:spcAft>
                <a:spcPts val="0"/>
              </a:spcAft>
              <a:buSzPts val="900"/>
              <a:buNone/>
              <a:defRPr sz="9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69" name="Google Shape;69;p33"/>
          <p:cNvSpPr txBox="1"/>
          <p:nvPr>
            <p:ph idx="2" type="body"/>
          </p:nvPr>
        </p:nvSpPr>
        <p:spPr>
          <a:xfrm>
            <a:off x="1219359" y="274320"/>
            <a:ext cx="9974355" cy="4572000"/>
          </a:xfrm>
          <a:prstGeom prst="rect">
            <a:avLst/>
          </a:prstGeom>
          <a:noFill/>
          <a:ln>
            <a:noFill/>
          </a:ln>
        </p:spPr>
        <p:txBody>
          <a:bodyPr anchorCtr="0" anchor="t" bIns="45700" lIns="91425" spcFirstLastPara="1" rIns="91425" wrap="square" tIns="45700">
            <a:normAutofit/>
          </a:bodyPr>
          <a:lstStyle>
            <a:lvl1pPr indent="-366776" lvl="0" marL="457200" algn="l">
              <a:spcBef>
                <a:spcPts val="400"/>
              </a:spcBef>
              <a:spcAft>
                <a:spcPts val="0"/>
              </a:spcAft>
              <a:buSzPts val="2176"/>
              <a:buChar char="🞂"/>
              <a:defRPr sz="3200"/>
            </a:lvl1pPr>
            <a:lvl2pPr indent="-406400" lvl="1" marL="914400" algn="l">
              <a:spcBef>
                <a:spcPts val="324"/>
              </a:spcBef>
              <a:spcAft>
                <a:spcPts val="0"/>
              </a:spcAft>
              <a:buSzPts val="2800"/>
              <a:buChar char="◦"/>
              <a:defRPr sz="2800"/>
            </a:lvl2pPr>
            <a:lvl3pPr indent="-381000" lvl="2" marL="1371600" algn="l">
              <a:spcBef>
                <a:spcPts val="350"/>
              </a:spcBef>
              <a:spcAft>
                <a:spcPts val="0"/>
              </a:spcAft>
              <a:buSzPts val="2400"/>
              <a:buChar char="●"/>
              <a:defRPr sz="2400"/>
            </a:lvl3pPr>
            <a:lvl4pPr indent="-355600" lvl="3" marL="1828800" algn="l">
              <a:spcBef>
                <a:spcPts val="350"/>
              </a:spcBef>
              <a:spcAft>
                <a:spcPts val="0"/>
              </a:spcAft>
              <a:buSzPts val="2000"/>
              <a:buChar char="●"/>
              <a:defRPr sz="2000"/>
            </a:lvl4pPr>
            <a:lvl5pPr indent="-355600" lvl="4" marL="2286000" algn="l">
              <a:spcBef>
                <a:spcPts val="350"/>
              </a:spcBef>
              <a:spcAft>
                <a:spcPts val="0"/>
              </a:spcAft>
              <a:buSzPts val="2000"/>
              <a:buChar char="●"/>
              <a:defRPr sz="20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70" name="Google Shape;70;p33"/>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3"/>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1pPr>
            <a:lvl2pPr indent="0" lvl="1"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2pPr>
            <a:lvl3pPr indent="0" lvl="2"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3pPr>
            <a:lvl4pPr indent="0" lvl="3"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4pPr>
            <a:lvl5pPr indent="0" lvl="4"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5pPr>
            <a:lvl6pPr indent="0" lvl="5"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6pPr>
            <a:lvl7pPr indent="0" lvl="6"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7pPr>
            <a:lvl8pPr indent="0" lvl="7"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8pPr>
            <a:lvl9pPr indent="0" lvl="8"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Tree>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rgbClr val="B1B1B1"/>
            </a:gs>
            <a:gs pos="40000">
              <a:srgbClr val="9E9E9E"/>
            </a:gs>
            <a:gs pos="100000">
              <a:schemeClr val="dk1"/>
            </a:gs>
          </a:gsLst>
          <a:path path="circle">
            <a:fillToRect b="100%" l="100%" r="0%" t="0%"/>
          </a:path>
          <a:tileRect b="0%" l="0%" r="-100%" t="-100%"/>
        </a:gradFill>
      </p:bgPr>
    </p:bg>
    <p:spTree>
      <p:nvGrpSpPr>
        <p:cNvPr id="73" name="Shape 73"/>
        <p:cNvGrpSpPr/>
        <p:nvPr/>
      </p:nvGrpSpPr>
      <p:grpSpPr>
        <a:xfrm>
          <a:off x="0" y="0"/>
          <a:ext cx="0" cy="0"/>
          <a:chOff x="0" y="0"/>
          <a:chExt cx="0" cy="0"/>
        </a:xfrm>
      </p:grpSpPr>
      <p:sp>
        <p:nvSpPr>
          <p:cNvPr id="74" name="Google Shape;74;p34"/>
          <p:cNvSpPr txBox="1"/>
          <p:nvPr>
            <p:ph idx="1" type="body"/>
          </p:nvPr>
        </p:nvSpPr>
        <p:spPr>
          <a:xfrm>
            <a:off x="1521841" y="5443402"/>
            <a:ext cx="9551644" cy="648232"/>
          </a:xfrm>
          <a:prstGeom prst="rect">
            <a:avLst/>
          </a:prstGeom>
          <a:noFill/>
          <a:ln>
            <a:noFill/>
          </a:ln>
        </p:spPr>
        <p:txBody>
          <a:bodyPr anchorCtr="0" anchor="t" bIns="45700" lIns="91425" spcFirstLastPara="1" rIns="91425" wrap="square" tIns="0">
            <a:normAutofit/>
          </a:bodyPr>
          <a:lstStyle>
            <a:lvl1pPr indent="-228600" lvl="0" marL="457200" marR="18288" algn="r">
              <a:spcBef>
                <a:spcPts val="400"/>
              </a:spcBef>
              <a:spcAft>
                <a:spcPts val="0"/>
              </a:spcAft>
              <a:buSzPts val="952"/>
              <a:buNone/>
              <a:defRPr sz="1400"/>
            </a:lvl1pPr>
            <a:lvl2pPr indent="-304800" lvl="1" marL="914400" algn="l">
              <a:spcBef>
                <a:spcPts val="324"/>
              </a:spcBef>
              <a:spcAft>
                <a:spcPts val="0"/>
              </a:spcAft>
              <a:buSzPts val="1200"/>
              <a:buChar char="◦"/>
              <a:defRPr sz="1200"/>
            </a:lvl2pPr>
            <a:lvl3pPr indent="-292100" lvl="2" marL="1371600" algn="l">
              <a:spcBef>
                <a:spcPts val="350"/>
              </a:spcBef>
              <a:spcAft>
                <a:spcPts val="0"/>
              </a:spcAft>
              <a:buSzPts val="1000"/>
              <a:buChar char="●"/>
              <a:defRPr sz="1000"/>
            </a:lvl3pPr>
            <a:lvl4pPr indent="-285750" lvl="3" marL="1828800" algn="l">
              <a:spcBef>
                <a:spcPts val="350"/>
              </a:spcBef>
              <a:spcAft>
                <a:spcPts val="0"/>
              </a:spcAft>
              <a:buSzPts val="900"/>
              <a:buChar char="●"/>
              <a:defRPr sz="900"/>
            </a:lvl4pPr>
            <a:lvl5pPr indent="-285750" lvl="4" marL="2286000" algn="l">
              <a:spcBef>
                <a:spcPts val="350"/>
              </a:spcBef>
              <a:spcAft>
                <a:spcPts val="0"/>
              </a:spcAft>
              <a:buSzPts val="900"/>
              <a:buChar char="●"/>
              <a:defRPr sz="9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75" name="Google Shape;75;p34"/>
          <p:cNvSpPr/>
          <p:nvPr>
            <p:ph idx="2" type="pic"/>
          </p:nvPr>
        </p:nvSpPr>
        <p:spPr>
          <a:xfrm>
            <a:off x="304840" y="189968"/>
            <a:ext cx="11583909" cy="4389120"/>
          </a:xfrm>
          <a:prstGeom prst="rect">
            <a:avLst/>
          </a:prstGeom>
          <a:solidFill>
            <a:schemeClr val="dk2"/>
          </a:solidFill>
          <a:ln cap="flat" cmpd="sng" w="9525">
            <a:solidFill>
              <a:schemeClr val="dk1"/>
            </a:solidFill>
            <a:prstDash val="solid"/>
            <a:round/>
            <a:headEnd len="sm" w="sm" type="none"/>
            <a:tailEnd len="sm" w="sm" type="none"/>
          </a:ln>
        </p:spPr>
      </p:sp>
      <p:sp>
        <p:nvSpPr>
          <p:cNvPr id="76" name="Google Shape;76;p34"/>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4"/>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1pPr>
            <a:lvl2pPr indent="0" lvl="1"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2pPr>
            <a:lvl3pPr indent="0" lvl="2"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3pPr>
            <a:lvl4pPr indent="0" lvl="3"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4pPr>
            <a:lvl5pPr indent="0" lvl="4"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5pPr>
            <a:lvl6pPr indent="0" lvl="5"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6pPr>
            <a:lvl7pPr indent="0" lvl="6"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7pPr>
            <a:lvl8pPr indent="0" lvl="7"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8pPr>
            <a:lvl9pPr indent="0" lvl="8" marL="0" marR="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solidFill>
                <a:schemeClr val="lt1"/>
              </a:solidFill>
              <a:latin typeface="Times New Roman"/>
              <a:ea typeface="Times New Roman"/>
              <a:cs typeface="Times New Roman"/>
              <a:sym typeface="Times New Roman"/>
            </a:endParaRPr>
          </a:p>
        </p:txBody>
      </p:sp>
      <p:sp>
        <p:nvSpPr>
          <p:cNvPr id="79" name="Google Shape;79;p34"/>
          <p:cNvSpPr txBox="1"/>
          <p:nvPr>
            <p:ph type="title"/>
          </p:nvPr>
        </p:nvSpPr>
        <p:spPr>
          <a:xfrm>
            <a:off x="304840" y="4865122"/>
            <a:ext cx="10768645" cy="562672"/>
          </a:xfrm>
          <a:prstGeom prst="rect">
            <a:avLst/>
          </a:prstGeom>
          <a:noFill/>
          <a:ln>
            <a:noFill/>
          </a:ln>
        </p:spPr>
        <p:txBody>
          <a:bodyPr anchorCtr="0" anchor="t" bIns="45700" lIns="91425" spcFirstLastPara="1" rIns="91425" wrap="square" tIns="45700">
            <a:normAutofit/>
          </a:bodyPr>
          <a:lstStyle>
            <a:lvl1pPr lvl="0" marR="0" algn="r">
              <a:spcBef>
                <a:spcPts val="0"/>
              </a:spcBef>
              <a:spcAft>
                <a:spcPts val="0"/>
              </a:spcAft>
              <a:buClr>
                <a:schemeClr val="accent1"/>
              </a:buClr>
              <a:buSzPts val="3000"/>
              <a:buFont typeface="Rockwell"/>
              <a:buNone/>
              <a:defRPr b="0" sz="3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4"/>
          <p:cNvSpPr/>
          <p:nvPr/>
        </p:nvSpPr>
        <p:spPr>
          <a:xfrm>
            <a:off x="955373" y="5001994"/>
            <a:ext cx="5069998" cy="1443111"/>
          </a:xfrm>
          <a:custGeom>
            <a:rect b="b" l="l" r="r" t="t"/>
            <a:pathLst>
              <a:path extrusionOk="0" h="528" w="5760">
                <a:moveTo>
                  <a:pt x="-329" y="347"/>
                </a:moveTo>
                <a:lnTo>
                  <a:pt x="7156" y="682"/>
                </a:lnTo>
                <a:lnTo>
                  <a:pt x="5229" y="682"/>
                </a:lnTo>
                <a:lnTo>
                  <a:pt x="-328" y="345"/>
                </a:lnTo>
              </a:path>
            </a:pathLst>
          </a:custGeom>
          <a:solidFill>
            <a:srgbClr val="9CCADC">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1" name="Google Shape;81;p34"/>
          <p:cNvSpPr/>
          <p:nvPr/>
        </p:nvSpPr>
        <p:spPr>
          <a:xfrm>
            <a:off x="-71423" y="5785023"/>
            <a:ext cx="5069998" cy="838200"/>
          </a:xfrm>
          <a:custGeom>
            <a:rect b="b" l="l" r="r" t="t"/>
            <a:pathLst>
              <a:path extrusionOk="0" h="528" w="5760">
                <a:moveTo>
                  <a:pt x="817" y="97"/>
                </a:moveTo>
                <a:lnTo>
                  <a:pt x="6408" y="682"/>
                </a:lnTo>
                <a:lnTo>
                  <a:pt x="5232" y="685"/>
                </a:lnTo>
                <a:lnTo>
                  <a:pt x="829" y="101"/>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2" name="Google Shape;82;p34"/>
          <p:cNvSpPr/>
          <p:nvPr/>
        </p:nvSpPr>
        <p:spPr>
          <a:xfrm>
            <a:off x="-8057" y="5791253"/>
            <a:ext cx="4537010" cy="1080868"/>
          </a:xfrm>
          <a:prstGeom prst="rtTriangle">
            <a:avLst/>
          </a:prstGeom>
          <a:blipFill rotWithShape="1">
            <a:blip r:embed="rId2">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cxnSp>
        <p:nvCxnSpPr>
          <p:cNvPr id="83" name="Google Shape;83;p34"/>
          <p:cNvCxnSpPr/>
          <p:nvPr/>
        </p:nvCxnSpPr>
        <p:spPr>
          <a:xfrm>
            <a:off x="-12317" y="5787739"/>
            <a:ext cx="4541270" cy="1084383"/>
          </a:xfrm>
          <a:prstGeom prst="straightConnector1">
            <a:avLst/>
          </a:prstGeom>
          <a:noFill/>
          <a:ln cap="flat" cmpd="sng" w="12050">
            <a:solidFill>
              <a:srgbClr val="93C5D8"/>
            </a:solidFill>
            <a:prstDash val="solid"/>
            <a:miter lim="800000"/>
            <a:headEnd len="sm" w="sm" type="none"/>
            <a:tailEnd len="sm" w="sm" type="none"/>
          </a:ln>
        </p:spPr>
      </p:cxnSp>
      <p:sp>
        <p:nvSpPr>
          <p:cNvPr id="84" name="Google Shape;84;p34"/>
          <p:cNvSpPr/>
          <p:nvPr/>
        </p:nvSpPr>
        <p:spPr>
          <a:xfrm>
            <a:off x="11553654" y="4988440"/>
            <a:ext cx="243872" cy="228600"/>
          </a:xfrm>
          <a:prstGeom prst="chevron">
            <a:avLst>
              <a:gd fmla="val 50000" name="adj"/>
            </a:avLst>
          </a:prstGeom>
          <a:gradFill>
            <a:gsLst>
              <a:gs pos="0">
                <a:srgbClr val="1488A5"/>
              </a:gs>
              <a:gs pos="72000">
                <a:srgbClr val="4DB7DA"/>
              </a:gs>
              <a:gs pos="100000">
                <a:srgbClr val="7CC2DD"/>
              </a:gs>
            </a:gsLst>
            <a:lin ang="16200000" scaled="0"/>
          </a:gradFill>
          <a:ln cap="rnd" cmpd="sng" w="9525">
            <a:solidFill>
              <a:srgbClr val="20768B"/>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5" name="Google Shape;85;p34"/>
          <p:cNvSpPr/>
          <p:nvPr/>
        </p:nvSpPr>
        <p:spPr>
          <a:xfrm>
            <a:off x="11305067" y="4988440"/>
            <a:ext cx="243872" cy="228600"/>
          </a:xfrm>
          <a:prstGeom prst="chevron">
            <a:avLst>
              <a:gd fmla="val 50000" name="adj"/>
            </a:avLst>
          </a:prstGeom>
          <a:gradFill>
            <a:gsLst>
              <a:gs pos="0">
                <a:srgbClr val="1488A5"/>
              </a:gs>
              <a:gs pos="72000">
                <a:srgbClr val="4DB7DA"/>
              </a:gs>
              <a:gs pos="100000">
                <a:srgbClr val="7CC2DD"/>
              </a:gs>
            </a:gsLst>
            <a:lin ang="16200000" scaled="0"/>
          </a:gradFill>
          <a:ln cap="rnd" cmpd="sng" w="9525">
            <a:solidFill>
              <a:srgbClr val="20768B"/>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Tree>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35"/>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35"/>
          <p:cNvSpPr txBox="1"/>
          <p:nvPr>
            <p:ph idx="1" type="body"/>
          </p:nvPr>
        </p:nvSpPr>
        <p:spPr>
          <a:xfrm rot="5400000">
            <a:off x="3903759" y="-1812749"/>
            <a:ext cx="4386071" cy="10974229"/>
          </a:xfrm>
          <a:prstGeom prst="rect">
            <a:avLst/>
          </a:prstGeom>
          <a:noFill/>
          <a:ln>
            <a:noFill/>
          </a:ln>
        </p:spPr>
        <p:txBody>
          <a:bodyPr anchorCtr="0" anchor="t" bIns="45700" lIns="91425" spcFirstLastPara="1" rIns="91425" wrap="square" tIns="45700">
            <a:normAutofit/>
          </a:bodyPr>
          <a:lstStyle>
            <a:lvl1pPr indent="-306324" lvl="0" marL="457200" algn="l">
              <a:spcBef>
                <a:spcPts val="400"/>
              </a:spcBef>
              <a:spcAft>
                <a:spcPts val="0"/>
              </a:spcAft>
              <a:buSzPts val="1224"/>
              <a:buChar char="🞂"/>
              <a:defRPr/>
            </a:lvl1pPr>
            <a:lvl2pPr indent="-342900" lvl="1" marL="914400" algn="l">
              <a:spcBef>
                <a:spcPts val="324"/>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89" name="Google Shape;89;p35"/>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5"/>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5"/>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1pPr>
            <a:lvl2pPr indent="0" lvl="1"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2pPr>
            <a:lvl3pPr indent="0" lvl="2"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3pPr>
            <a:lvl4pPr indent="0" lvl="3"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4pPr>
            <a:lvl5pPr indent="0" lvl="4"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5pPr>
            <a:lvl6pPr indent="0" lvl="5"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6pPr>
            <a:lvl7pPr indent="0" lvl="6"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7pPr>
            <a:lvl8pPr indent="0" lvl="7"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8pPr>
            <a:lvl9pPr indent="0" lvl="8"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Tree>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36"/>
          <p:cNvSpPr txBox="1"/>
          <p:nvPr>
            <p:ph type="title"/>
          </p:nvPr>
        </p:nvSpPr>
        <p:spPr>
          <a:xfrm rot="5400000">
            <a:off x="7515293" y="1885887"/>
            <a:ext cx="5592761" cy="237026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36"/>
          <p:cNvSpPr txBox="1"/>
          <p:nvPr>
            <p:ph idx="1" type="body"/>
          </p:nvPr>
        </p:nvSpPr>
        <p:spPr>
          <a:xfrm rot="5400000">
            <a:off x="2030249" y="-1145928"/>
            <a:ext cx="5592760" cy="8433898"/>
          </a:xfrm>
          <a:prstGeom prst="rect">
            <a:avLst/>
          </a:prstGeom>
          <a:noFill/>
          <a:ln>
            <a:noFill/>
          </a:ln>
        </p:spPr>
        <p:txBody>
          <a:bodyPr anchorCtr="0" anchor="t" bIns="45700" lIns="91425" spcFirstLastPara="1" rIns="91425" wrap="square" tIns="45700">
            <a:normAutofit/>
          </a:bodyPr>
          <a:lstStyle>
            <a:lvl1pPr indent="-306324" lvl="0" marL="457200" algn="l">
              <a:spcBef>
                <a:spcPts val="400"/>
              </a:spcBef>
              <a:spcAft>
                <a:spcPts val="0"/>
              </a:spcAft>
              <a:buSzPts val="1224"/>
              <a:buChar char="🞂"/>
              <a:defRPr/>
            </a:lvl1pPr>
            <a:lvl2pPr indent="-342900" lvl="1" marL="914400" algn="l">
              <a:spcBef>
                <a:spcPts val="324"/>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95" name="Google Shape;95;p36"/>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6"/>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6"/>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1pPr>
            <a:lvl2pPr indent="0" lvl="1"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2pPr>
            <a:lvl3pPr indent="0" lvl="2"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3pPr>
            <a:lvl4pPr indent="0" lvl="3"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4pPr>
            <a:lvl5pPr indent="0" lvl="4"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5pPr>
            <a:lvl6pPr indent="0" lvl="5"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6pPr>
            <a:lvl7pPr indent="0" lvl="6"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7pPr>
            <a:lvl8pPr indent="0" lvl="7"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8pPr>
            <a:lvl9pPr indent="0" lvl="8" marL="0" algn="r">
              <a:lnSpc>
                <a:spcPct val="100000"/>
              </a:lnSpc>
              <a:spcBef>
                <a:spcPts val="0"/>
              </a:spcBef>
              <a:buNone/>
              <a:defRPr b="0" sz="1000"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p:nvPr/>
        </p:nvSpPr>
        <p:spPr>
          <a:xfrm>
            <a:off x="955373" y="5001994"/>
            <a:ext cx="5069998" cy="1443111"/>
          </a:xfrm>
          <a:custGeom>
            <a:rect b="b" l="l" r="r" t="t"/>
            <a:pathLst>
              <a:path extrusionOk="0" h="528" w="5760">
                <a:moveTo>
                  <a:pt x="-329" y="347"/>
                </a:moveTo>
                <a:lnTo>
                  <a:pt x="7156" y="682"/>
                </a:lnTo>
                <a:lnTo>
                  <a:pt x="5229" y="682"/>
                </a:lnTo>
                <a:lnTo>
                  <a:pt x="-328" y="345"/>
                </a:lnTo>
              </a:path>
            </a:pathLst>
          </a:custGeom>
          <a:solidFill>
            <a:srgbClr val="9CCADC">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 name="Google Shape;7;p25"/>
          <p:cNvSpPr/>
          <p:nvPr/>
        </p:nvSpPr>
        <p:spPr>
          <a:xfrm>
            <a:off x="-71423" y="5785023"/>
            <a:ext cx="5069998" cy="838200"/>
          </a:xfrm>
          <a:custGeom>
            <a:rect b="b" l="l" r="r" t="t"/>
            <a:pathLst>
              <a:path extrusionOk="0" h="528" w="5760">
                <a:moveTo>
                  <a:pt x="817" y="97"/>
                </a:moveTo>
                <a:lnTo>
                  <a:pt x="6408" y="682"/>
                </a:lnTo>
                <a:lnTo>
                  <a:pt x="5232" y="685"/>
                </a:lnTo>
                <a:lnTo>
                  <a:pt x="829" y="101"/>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8" name="Google Shape;8;p25"/>
          <p:cNvSpPr/>
          <p:nvPr/>
        </p:nvSpPr>
        <p:spPr>
          <a:xfrm>
            <a:off x="-8057" y="5791253"/>
            <a:ext cx="4537010" cy="1080868"/>
          </a:xfrm>
          <a:prstGeom prst="rtTriangle">
            <a:avLst/>
          </a:prstGeom>
          <a:blipFill rotWithShape="1">
            <a:blip r:embed="rId1">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cxnSp>
        <p:nvCxnSpPr>
          <p:cNvPr id="9" name="Google Shape;9;p25"/>
          <p:cNvCxnSpPr/>
          <p:nvPr/>
        </p:nvCxnSpPr>
        <p:spPr>
          <a:xfrm>
            <a:off x="-12317" y="5787739"/>
            <a:ext cx="4541270" cy="1084383"/>
          </a:xfrm>
          <a:prstGeom prst="straightConnector1">
            <a:avLst/>
          </a:prstGeom>
          <a:noFill/>
          <a:ln cap="flat" cmpd="sng" w="12050">
            <a:solidFill>
              <a:srgbClr val="93C5D8"/>
            </a:solidFill>
            <a:prstDash val="solid"/>
            <a:miter lim="800000"/>
            <a:headEnd len="sm" w="sm" type="none"/>
            <a:tailEnd len="sm" w="sm" type="none"/>
          </a:ln>
        </p:spPr>
      </p:cxnSp>
      <p:sp>
        <p:nvSpPr>
          <p:cNvPr id="10" name="Google Shape;10;p25"/>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100"/>
              <a:buFont typeface="Rockwell"/>
              <a:buNone/>
              <a:defRPr b="1" i="0" sz="4100" u="none" cap="none" strike="noStrike">
                <a:solidFill>
                  <a:schemeClr val="dk2"/>
                </a:solidFill>
                <a:latin typeface="Rockwell"/>
                <a:ea typeface="Rockwell"/>
                <a:cs typeface="Rockwell"/>
                <a:sym typeface="Rockwe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
          <p:cNvSpPr txBox="1"/>
          <p:nvPr>
            <p:ph idx="1" type="body"/>
          </p:nvPr>
        </p:nvSpPr>
        <p:spPr>
          <a:xfrm>
            <a:off x="609680" y="1481329"/>
            <a:ext cx="10974229" cy="4525963"/>
          </a:xfrm>
          <a:prstGeom prst="rect">
            <a:avLst/>
          </a:prstGeom>
          <a:noFill/>
          <a:ln>
            <a:noFill/>
          </a:ln>
        </p:spPr>
        <p:txBody>
          <a:bodyPr anchorCtr="0" anchor="t" bIns="45700" lIns="91425" spcFirstLastPara="1" rIns="91425" wrap="square" tIns="45700">
            <a:normAutofit/>
          </a:bodyPr>
          <a:lstStyle>
            <a:lvl1pPr indent="-345186" lvl="0" marL="457200" marR="0" rtl="0" algn="l">
              <a:spcBef>
                <a:spcPts val="400"/>
              </a:spcBef>
              <a:spcAft>
                <a:spcPts val="0"/>
              </a:spcAft>
              <a:buClr>
                <a:schemeClr val="accent1"/>
              </a:buClr>
              <a:buSzPts val="1836"/>
              <a:buFont typeface="Noto Sans Symbols"/>
              <a:buChar char="🞂"/>
              <a:defRPr b="0" i="0" sz="2700" u="none" cap="none" strike="noStrike">
                <a:solidFill>
                  <a:schemeClr val="dk1"/>
                </a:solidFill>
                <a:latin typeface="Rockwell"/>
                <a:ea typeface="Rockwell"/>
                <a:cs typeface="Rockwell"/>
                <a:sym typeface="Rockwell"/>
              </a:defRPr>
            </a:lvl1pPr>
            <a:lvl2pPr indent="-374650" lvl="1" marL="914400" marR="0" rtl="0" algn="l">
              <a:spcBef>
                <a:spcPts val="324"/>
              </a:spcBef>
              <a:spcAft>
                <a:spcPts val="0"/>
              </a:spcAft>
              <a:buClr>
                <a:schemeClr val="accent1"/>
              </a:buClr>
              <a:buSzPts val="2300"/>
              <a:buFont typeface="Verdana"/>
              <a:buChar char="◦"/>
              <a:defRPr b="0" i="0" sz="2300" u="none" cap="none" strike="noStrike">
                <a:solidFill>
                  <a:schemeClr val="dk1"/>
                </a:solidFill>
                <a:latin typeface="Rockwell"/>
                <a:ea typeface="Rockwell"/>
                <a:cs typeface="Rockwell"/>
                <a:sym typeface="Rockwell"/>
              </a:defRPr>
            </a:lvl2pPr>
            <a:lvl3pPr indent="-361950" lvl="2" marL="1371600" marR="0" rtl="0" algn="l">
              <a:spcBef>
                <a:spcPts val="350"/>
              </a:spcBef>
              <a:spcAft>
                <a:spcPts val="0"/>
              </a:spcAft>
              <a:buClr>
                <a:schemeClr val="accent2"/>
              </a:buClr>
              <a:buSzPts val="2100"/>
              <a:buFont typeface="Noto Sans Symbols"/>
              <a:buChar char="●"/>
              <a:defRPr b="0" i="0" sz="2100" u="none" cap="none" strike="noStrike">
                <a:solidFill>
                  <a:schemeClr val="dk1"/>
                </a:solidFill>
                <a:latin typeface="Rockwell"/>
                <a:ea typeface="Rockwell"/>
                <a:cs typeface="Rockwell"/>
                <a:sym typeface="Rockwell"/>
              </a:defRPr>
            </a:lvl3pPr>
            <a:lvl4pPr indent="-349250" lvl="3" marL="1828800" marR="0" rtl="0" algn="l">
              <a:spcBef>
                <a:spcPts val="350"/>
              </a:spcBef>
              <a:spcAft>
                <a:spcPts val="0"/>
              </a:spcAft>
              <a:buClr>
                <a:schemeClr val="accent2"/>
              </a:buClr>
              <a:buSzPts val="1900"/>
              <a:buFont typeface="Noto Sans Symbols"/>
              <a:buChar char="●"/>
              <a:defRPr b="0" i="0" sz="1900" u="none" cap="none" strike="noStrike">
                <a:solidFill>
                  <a:schemeClr val="dk1"/>
                </a:solidFill>
                <a:latin typeface="Rockwell"/>
                <a:ea typeface="Rockwell"/>
                <a:cs typeface="Rockwell"/>
                <a:sym typeface="Rockwell"/>
              </a:defRPr>
            </a:lvl4pPr>
            <a:lvl5pPr indent="-342900" lvl="4" marL="2286000" marR="0" rtl="0" algn="l">
              <a:spcBef>
                <a:spcPts val="350"/>
              </a:spcBef>
              <a:spcAft>
                <a:spcPts val="0"/>
              </a:spcAft>
              <a:buClr>
                <a:schemeClr val="accent2"/>
              </a:buClr>
              <a:buSzPts val="1800"/>
              <a:buFont typeface="Noto Sans Symbols"/>
              <a:buChar char="●"/>
              <a:defRPr b="0" i="0" sz="1800" u="none" cap="none" strike="noStrike">
                <a:solidFill>
                  <a:schemeClr val="dk1"/>
                </a:solidFill>
                <a:latin typeface="Rockwell"/>
                <a:ea typeface="Rockwell"/>
                <a:cs typeface="Rockwell"/>
                <a:sym typeface="Rockwell"/>
              </a:defRPr>
            </a:lvl5pPr>
            <a:lvl6pPr indent="-342900" lvl="5" marL="2743200" marR="0" rtl="0" algn="l">
              <a:spcBef>
                <a:spcPts val="350"/>
              </a:spcBef>
              <a:spcAft>
                <a:spcPts val="0"/>
              </a:spcAft>
              <a:buClr>
                <a:schemeClr val="accent3"/>
              </a:buClr>
              <a:buSzPts val="1800"/>
              <a:buFont typeface="Noto Sans Symbols"/>
              <a:buChar char="■"/>
              <a:defRPr b="0" i="0" sz="1800" u="none" cap="none" strike="noStrike">
                <a:solidFill>
                  <a:schemeClr val="dk1"/>
                </a:solidFill>
                <a:latin typeface="Rockwell"/>
                <a:ea typeface="Rockwell"/>
                <a:cs typeface="Rockwell"/>
                <a:sym typeface="Rockwell"/>
              </a:defRPr>
            </a:lvl6pPr>
            <a:lvl7pPr indent="-330200" lvl="6" marL="32004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Rockwell"/>
                <a:ea typeface="Rockwell"/>
                <a:cs typeface="Rockwell"/>
                <a:sym typeface="Rockwell"/>
              </a:defRPr>
            </a:lvl7pPr>
            <a:lvl8pPr indent="-330200" lvl="7" marL="36576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Rockwell"/>
                <a:ea typeface="Rockwell"/>
                <a:cs typeface="Rockwell"/>
                <a:sym typeface="Rockwell"/>
              </a:defRPr>
            </a:lvl8pPr>
            <a:lvl9pPr indent="-330200" lvl="8" marL="41148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Rockwell"/>
                <a:ea typeface="Rockwell"/>
                <a:cs typeface="Rockwell"/>
                <a:sym typeface="Rockwell"/>
              </a:defRPr>
            </a:lvl9pPr>
          </a:lstStyle>
          <a:p/>
        </p:txBody>
      </p:sp>
      <p:sp>
        <p:nvSpPr>
          <p:cNvPr id="12" name="Google Shape;12;p25"/>
          <p:cNvSpPr txBox="1"/>
          <p:nvPr>
            <p:ph idx="10" type="dt"/>
          </p:nvPr>
        </p:nvSpPr>
        <p:spPr>
          <a:xfrm>
            <a:off x="8970544" y="6407944"/>
            <a:ext cx="2560653"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000">
                <a:solidFill>
                  <a:schemeClr val="dk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13" name="Google Shape;13;p25"/>
          <p:cNvSpPr txBox="1"/>
          <p:nvPr>
            <p:ph idx="11" type="ftr"/>
          </p:nvPr>
        </p:nvSpPr>
        <p:spPr>
          <a:xfrm>
            <a:off x="5840857" y="6407945"/>
            <a:ext cx="3134650" cy="365125"/>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000">
                <a:solidFill>
                  <a:schemeClr val="dk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14" name="Google Shape;14;p25"/>
          <p:cNvSpPr txBox="1"/>
          <p:nvPr>
            <p:ph idx="12" type="sldNum"/>
          </p:nvPr>
        </p:nvSpPr>
        <p:spPr>
          <a:xfrm>
            <a:off x="11531197" y="6407945"/>
            <a:ext cx="487744" cy="365125"/>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buNone/>
              <a:defRPr b="0" sz="1000" u="none" strike="noStrike">
                <a:solidFill>
                  <a:srgbClr val="000000"/>
                </a:solidFill>
                <a:latin typeface="Twentieth Century"/>
                <a:ea typeface="Twentieth Century"/>
                <a:cs typeface="Twentieth Century"/>
                <a:sym typeface="Twentieth Century"/>
              </a:defRPr>
            </a:lvl1pPr>
            <a:lvl2pPr indent="0" lvl="1" marL="0" marR="0" rtl="0" algn="r">
              <a:lnSpc>
                <a:spcPct val="100000"/>
              </a:lnSpc>
              <a:spcBef>
                <a:spcPts val="0"/>
              </a:spcBef>
              <a:buNone/>
              <a:defRPr b="0" sz="1000" u="none" strike="noStrike">
                <a:solidFill>
                  <a:srgbClr val="000000"/>
                </a:solidFill>
                <a:latin typeface="Twentieth Century"/>
                <a:ea typeface="Twentieth Century"/>
                <a:cs typeface="Twentieth Century"/>
                <a:sym typeface="Twentieth Century"/>
              </a:defRPr>
            </a:lvl2pPr>
            <a:lvl3pPr indent="0" lvl="2" marL="0" marR="0" rtl="0" algn="r">
              <a:lnSpc>
                <a:spcPct val="100000"/>
              </a:lnSpc>
              <a:spcBef>
                <a:spcPts val="0"/>
              </a:spcBef>
              <a:buNone/>
              <a:defRPr b="0" sz="1000" u="none" strike="noStrike">
                <a:solidFill>
                  <a:srgbClr val="000000"/>
                </a:solidFill>
                <a:latin typeface="Twentieth Century"/>
                <a:ea typeface="Twentieth Century"/>
                <a:cs typeface="Twentieth Century"/>
                <a:sym typeface="Twentieth Century"/>
              </a:defRPr>
            </a:lvl3pPr>
            <a:lvl4pPr indent="0" lvl="3" marL="0" marR="0" rtl="0" algn="r">
              <a:lnSpc>
                <a:spcPct val="100000"/>
              </a:lnSpc>
              <a:spcBef>
                <a:spcPts val="0"/>
              </a:spcBef>
              <a:buNone/>
              <a:defRPr b="0" sz="1000" u="none" strike="noStrike">
                <a:solidFill>
                  <a:srgbClr val="000000"/>
                </a:solidFill>
                <a:latin typeface="Twentieth Century"/>
                <a:ea typeface="Twentieth Century"/>
                <a:cs typeface="Twentieth Century"/>
                <a:sym typeface="Twentieth Century"/>
              </a:defRPr>
            </a:lvl4pPr>
            <a:lvl5pPr indent="0" lvl="4" marL="0" marR="0" rtl="0" algn="r">
              <a:lnSpc>
                <a:spcPct val="100000"/>
              </a:lnSpc>
              <a:spcBef>
                <a:spcPts val="0"/>
              </a:spcBef>
              <a:buNone/>
              <a:defRPr b="0" sz="1000" u="none" strike="noStrike">
                <a:solidFill>
                  <a:srgbClr val="000000"/>
                </a:solidFill>
                <a:latin typeface="Twentieth Century"/>
                <a:ea typeface="Twentieth Century"/>
                <a:cs typeface="Twentieth Century"/>
                <a:sym typeface="Twentieth Century"/>
              </a:defRPr>
            </a:lvl5pPr>
            <a:lvl6pPr indent="0" lvl="5" marL="0" marR="0" rtl="0" algn="r">
              <a:lnSpc>
                <a:spcPct val="100000"/>
              </a:lnSpc>
              <a:spcBef>
                <a:spcPts val="0"/>
              </a:spcBef>
              <a:buNone/>
              <a:defRPr b="0" sz="1000" u="none" strike="noStrike">
                <a:solidFill>
                  <a:srgbClr val="000000"/>
                </a:solidFill>
                <a:latin typeface="Twentieth Century"/>
                <a:ea typeface="Twentieth Century"/>
                <a:cs typeface="Twentieth Century"/>
                <a:sym typeface="Twentieth Century"/>
              </a:defRPr>
            </a:lvl6pPr>
            <a:lvl7pPr indent="0" lvl="6" marL="0" marR="0" rtl="0" algn="r">
              <a:lnSpc>
                <a:spcPct val="100000"/>
              </a:lnSpc>
              <a:spcBef>
                <a:spcPts val="0"/>
              </a:spcBef>
              <a:buNone/>
              <a:defRPr b="0" sz="1000" u="none" strike="noStrike">
                <a:solidFill>
                  <a:srgbClr val="000000"/>
                </a:solidFill>
                <a:latin typeface="Twentieth Century"/>
                <a:ea typeface="Twentieth Century"/>
                <a:cs typeface="Twentieth Century"/>
                <a:sym typeface="Twentieth Century"/>
              </a:defRPr>
            </a:lvl7pPr>
            <a:lvl8pPr indent="0" lvl="7" marL="0" marR="0" rtl="0" algn="r">
              <a:lnSpc>
                <a:spcPct val="100000"/>
              </a:lnSpc>
              <a:spcBef>
                <a:spcPts val="0"/>
              </a:spcBef>
              <a:buNone/>
              <a:defRPr b="0" sz="1000" u="none" strike="noStrike">
                <a:solidFill>
                  <a:srgbClr val="000000"/>
                </a:solidFill>
                <a:latin typeface="Twentieth Century"/>
                <a:ea typeface="Twentieth Century"/>
                <a:cs typeface="Twentieth Century"/>
                <a:sym typeface="Twentieth Century"/>
              </a:defRPr>
            </a:lvl8pPr>
            <a:lvl9pPr indent="0" lvl="8" marL="0" marR="0" rtl="0" algn="r">
              <a:lnSpc>
                <a:spcPct val="100000"/>
              </a:lnSpc>
              <a:spcBef>
                <a:spcPts val="0"/>
              </a:spcBef>
              <a:buNone/>
              <a:defRPr b="0" sz="1000" u="none" strike="noStrike">
                <a:solidFill>
                  <a:srgbClr val="000000"/>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
          <p:cNvSpPr txBox="1"/>
          <p:nvPr/>
        </p:nvSpPr>
        <p:spPr>
          <a:xfrm>
            <a:off x="1524794" y="918360"/>
            <a:ext cx="9144000" cy="1022040"/>
          </a:xfrm>
          <a:prstGeom prst="rect">
            <a:avLst/>
          </a:prstGeom>
          <a:noFill/>
          <a:ln>
            <a:noFill/>
          </a:ln>
        </p:spPr>
        <p:txBody>
          <a:bodyPr anchorCtr="0" anchor="b" bIns="45700" lIns="91425" spcFirstLastPara="1" rIns="91425" wrap="square" tIns="45700">
            <a:normAutofit lnSpcReduction="10000"/>
          </a:bodyPr>
          <a:lstStyle/>
          <a:p>
            <a:pPr indent="0" lvl="0" marL="0" marR="0" rtl="0" algn="ctr">
              <a:lnSpc>
                <a:spcPct val="100000"/>
              </a:lnSpc>
              <a:spcBef>
                <a:spcPts val="0"/>
              </a:spcBef>
              <a:spcAft>
                <a:spcPts val="0"/>
              </a:spcAft>
              <a:buNone/>
            </a:pPr>
            <a:r>
              <a:rPr b="1" lang="en-US" sz="2800" cap="none" strike="noStrike">
                <a:solidFill>
                  <a:srgbClr val="000000"/>
                </a:solidFill>
                <a:latin typeface="Arial"/>
                <a:ea typeface="Arial"/>
                <a:cs typeface="Arial"/>
                <a:sym typeface="Arial"/>
              </a:rPr>
              <a:t>ANNAMALAI UNIVERSITY</a:t>
            </a:r>
            <a:br>
              <a:rPr lang="en-US" sz="1800">
                <a:solidFill>
                  <a:schemeClr val="dk1"/>
                </a:solidFill>
                <a:latin typeface="Rockwell"/>
                <a:ea typeface="Rockwell"/>
                <a:cs typeface="Rockwell"/>
                <a:sym typeface="Rockwell"/>
              </a:rPr>
            </a:br>
            <a:r>
              <a:rPr b="1" lang="en-US" sz="2000" cap="none" strike="noStrike">
                <a:solidFill>
                  <a:srgbClr val="000000"/>
                </a:solidFill>
                <a:latin typeface="Arial"/>
                <a:ea typeface="Arial"/>
                <a:cs typeface="Arial"/>
                <a:sym typeface="Arial"/>
              </a:rPr>
              <a:t>FACULTY OF ENGINEERING AND TECHNOLOGY</a:t>
            </a:r>
            <a:br>
              <a:rPr lang="en-US" sz="1800">
                <a:solidFill>
                  <a:schemeClr val="dk1"/>
                </a:solidFill>
                <a:latin typeface="Rockwell"/>
                <a:ea typeface="Rockwell"/>
                <a:cs typeface="Rockwell"/>
                <a:sym typeface="Rockwell"/>
              </a:rPr>
            </a:br>
            <a:r>
              <a:rPr b="1" lang="en-US" sz="1800" cap="none" strike="noStrike">
                <a:solidFill>
                  <a:srgbClr val="000000"/>
                </a:solidFill>
                <a:latin typeface="Arial"/>
                <a:ea typeface="Arial"/>
                <a:cs typeface="Arial"/>
                <a:sym typeface="Arial"/>
              </a:rPr>
              <a:t>DEPARTMENT OF COMPUTER SCIENCE ENGINEERING</a:t>
            </a:r>
            <a:endParaRPr b="0" sz="1800" strike="noStrike">
              <a:solidFill>
                <a:schemeClr val="dk1"/>
              </a:solidFill>
              <a:latin typeface="Arial"/>
              <a:ea typeface="Arial"/>
              <a:cs typeface="Arial"/>
              <a:sym typeface="Arial"/>
            </a:endParaRPr>
          </a:p>
        </p:txBody>
      </p:sp>
      <p:sp>
        <p:nvSpPr>
          <p:cNvPr id="103" name="Google Shape;103;p1"/>
          <p:cNvSpPr txBox="1"/>
          <p:nvPr/>
        </p:nvSpPr>
        <p:spPr>
          <a:xfrm>
            <a:off x="871800" y="2418225"/>
            <a:ext cx="9144000" cy="2329800"/>
          </a:xfrm>
          <a:prstGeom prst="rect">
            <a:avLst/>
          </a:prstGeom>
          <a:noFill/>
          <a:ln>
            <a:noFill/>
          </a:ln>
        </p:spPr>
        <p:txBody>
          <a:bodyPr anchorCtr="0" anchor="t" bIns="45700" lIns="91425" spcFirstLastPara="1" rIns="91425" wrap="square" tIns="45700">
            <a:normAutofit fontScale="62500" lnSpcReduction="20000"/>
          </a:bodyPr>
          <a:lstStyle/>
          <a:p>
            <a:pPr indent="0" lvl="0" marL="0" marR="0" rtl="0" algn="ctr">
              <a:spcBef>
                <a:spcPts val="0"/>
              </a:spcBef>
              <a:spcAft>
                <a:spcPts val="0"/>
              </a:spcAft>
              <a:buNone/>
            </a:pPr>
            <a:r>
              <a:rPr b="1" lang="en-US" sz="2200" cap="none" strike="noStrike">
                <a:solidFill>
                  <a:srgbClr val="808080"/>
                </a:solidFill>
                <a:latin typeface="Arial"/>
                <a:ea typeface="Arial"/>
                <a:cs typeface="Arial"/>
                <a:sym typeface="Arial"/>
              </a:rPr>
              <a:t>	</a:t>
            </a:r>
            <a:r>
              <a:rPr b="1" lang="en-US" sz="2200" cap="none" strike="noStrike">
                <a:solidFill>
                  <a:srgbClr val="0D0D0D"/>
                </a:solidFill>
                <a:latin typeface="Arial"/>
                <a:ea typeface="Arial"/>
                <a:cs typeface="Arial"/>
                <a:sym typeface="Arial"/>
              </a:rPr>
              <a:t>   PROJECT TITLE : </a:t>
            </a:r>
            <a:r>
              <a:rPr b="0" lang="en-US" sz="2200" cap="none" strike="noStrike">
                <a:solidFill>
                  <a:srgbClr val="0D0D0D"/>
                </a:solidFill>
                <a:latin typeface="Arial"/>
                <a:ea typeface="Arial"/>
                <a:cs typeface="Arial"/>
                <a:sym typeface="Arial"/>
              </a:rPr>
              <a:t>“</a:t>
            </a:r>
            <a:r>
              <a:rPr b="1" lang="en-US" sz="2400">
                <a:solidFill>
                  <a:schemeClr val="dk1"/>
                </a:solidFill>
                <a:latin typeface="Times New Roman"/>
                <a:ea typeface="Times New Roman"/>
                <a:cs typeface="Times New Roman"/>
                <a:sym typeface="Times New Roman"/>
              </a:rPr>
              <a:t>LANE AND CURVE DETECTION USING DEEP LEARNING</a:t>
            </a:r>
            <a:r>
              <a:rPr b="0" lang="en-US" sz="2200" cap="none" strike="noStrike">
                <a:solidFill>
                  <a:srgbClr val="0D0D0D"/>
                </a:solidFill>
                <a:latin typeface="Arial"/>
                <a:ea typeface="Arial"/>
                <a:cs typeface="Arial"/>
                <a:sym typeface="Arial"/>
              </a:rPr>
              <a:t>”</a:t>
            </a:r>
            <a:endParaRPr b="0" sz="2200" strike="noStrike">
              <a:solidFill>
                <a:schemeClr val="dk1"/>
              </a:solidFill>
              <a:latin typeface="Arial"/>
              <a:ea typeface="Arial"/>
              <a:cs typeface="Arial"/>
              <a:sym typeface="Arial"/>
            </a:endParaRPr>
          </a:p>
          <a:p>
            <a:pPr indent="0" lvl="0" marL="0" marR="0" rtl="0" algn="l">
              <a:lnSpc>
                <a:spcPct val="120000"/>
              </a:lnSpc>
              <a:spcBef>
                <a:spcPts val="1001"/>
              </a:spcBef>
              <a:spcAft>
                <a:spcPts val="0"/>
              </a:spcAft>
              <a:buNone/>
            </a:pPr>
            <a:r>
              <a:rPr b="0" lang="en-US" sz="2200" cap="none" strike="noStrike">
                <a:solidFill>
                  <a:srgbClr val="0D0D0D"/>
                </a:solidFill>
                <a:latin typeface="Arial"/>
                <a:ea typeface="Arial"/>
                <a:cs typeface="Arial"/>
                <a:sym typeface="Arial"/>
              </a:rPr>
              <a:t> 	            </a:t>
            </a:r>
            <a:r>
              <a:rPr b="1" lang="en-US" sz="2200" cap="none">
                <a:solidFill>
                  <a:srgbClr val="0D0D0D"/>
                </a:solidFill>
                <a:latin typeface="Arial"/>
                <a:ea typeface="Arial"/>
                <a:cs typeface="Arial"/>
                <a:sym typeface="Arial"/>
              </a:rPr>
              <a:t>TEAM</a:t>
            </a:r>
            <a:r>
              <a:rPr b="1" lang="en-US" sz="2200" cap="none" strike="noStrike">
                <a:solidFill>
                  <a:srgbClr val="0D0D0D"/>
                </a:solidFill>
                <a:latin typeface="Arial"/>
                <a:ea typeface="Arial"/>
                <a:cs typeface="Arial"/>
                <a:sym typeface="Arial"/>
              </a:rPr>
              <a:t> MEMBERS: </a:t>
            </a:r>
            <a:endParaRPr b="0" sz="2200" strike="noStrike">
              <a:solidFill>
                <a:schemeClr val="dk1"/>
              </a:solidFill>
              <a:latin typeface="Arial"/>
              <a:ea typeface="Arial"/>
              <a:cs typeface="Arial"/>
              <a:sym typeface="Arial"/>
            </a:endParaRPr>
          </a:p>
          <a:p>
            <a:pPr indent="0" lvl="0" marL="0" marR="0" rtl="0" algn="l">
              <a:lnSpc>
                <a:spcPct val="120000"/>
              </a:lnSpc>
              <a:spcBef>
                <a:spcPts val="1001"/>
              </a:spcBef>
              <a:spcAft>
                <a:spcPts val="0"/>
              </a:spcAft>
              <a:buNone/>
            </a:pPr>
            <a:r>
              <a:rPr b="1" lang="en-US" sz="2200" cap="none" strike="noStrike">
                <a:solidFill>
                  <a:srgbClr val="0D0D0D"/>
                </a:solidFill>
                <a:latin typeface="Arial"/>
                <a:ea typeface="Arial"/>
                <a:cs typeface="Arial"/>
                <a:sym typeface="Arial"/>
              </a:rPr>
              <a:t>				</a:t>
            </a:r>
            <a:r>
              <a:rPr b="0" lang="en-US" sz="2200" cap="none" strike="noStrike">
                <a:solidFill>
                  <a:srgbClr val="0D0D0D"/>
                </a:solidFill>
                <a:latin typeface="Arial"/>
                <a:ea typeface="Arial"/>
                <a:cs typeface="Arial"/>
                <a:sym typeface="Arial"/>
              </a:rPr>
              <a:t>1. ARUN.N</a:t>
            </a:r>
            <a:endParaRPr b="0" sz="2200" cap="none" strike="noStrike">
              <a:solidFill>
                <a:srgbClr val="0D0D0D"/>
              </a:solidFill>
              <a:latin typeface="Arial"/>
              <a:ea typeface="Arial"/>
              <a:cs typeface="Arial"/>
              <a:sym typeface="Arial"/>
            </a:endParaRPr>
          </a:p>
          <a:p>
            <a:pPr indent="0" lvl="0" marL="0" marR="0" rtl="0" algn="l">
              <a:lnSpc>
                <a:spcPct val="120000"/>
              </a:lnSpc>
              <a:spcBef>
                <a:spcPts val="1001"/>
              </a:spcBef>
              <a:spcAft>
                <a:spcPts val="0"/>
              </a:spcAft>
              <a:buNone/>
            </a:pPr>
            <a:r>
              <a:rPr b="0" lang="en-US" sz="2200" cap="none" strike="noStrike">
                <a:solidFill>
                  <a:srgbClr val="0D0D0D"/>
                </a:solidFill>
                <a:latin typeface="Arial"/>
                <a:ea typeface="Arial"/>
                <a:cs typeface="Arial"/>
                <a:sym typeface="Arial"/>
              </a:rPr>
              <a:t>				2. BALAJI.G</a:t>
            </a:r>
            <a:endParaRPr b="0" sz="2200" strike="noStrike">
              <a:solidFill>
                <a:schemeClr val="dk1"/>
              </a:solidFill>
              <a:latin typeface="Arial"/>
              <a:ea typeface="Arial"/>
              <a:cs typeface="Arial"/>
              <a:sym typeface="Arial"/>
            </a:endParaRPr>
          </a:p>
          <a:p>
            <a:pPr indent="0" lvl="0" marL="0" marR="0" rtl="0" algn="l">
              <a:lnSpc>
                <a:spcPct val="120000"/>
              </a:lnSpc>
              <a:spcBef>
                <a:spcPts val="1001"/>
              </a:spcBef>
              <a:spcAft>
                <a:spcPts val="0"/>
              </a:spcAft>
              <a:buNone/>
            </a:pPr>
            <a:r>
              <a:rPr b="0" lang="en-US" sz="2200" cap="none" strike="noStrike">
                <a:solidFill>
                  <a:srgbClr val="0D0D0D"/>
                </a:solidFill>
                <a:latin typeface="Arial"/>
                <a:ea typeface="Arial"/>
                <a:cs typeface="Arial"/>
                <a:sym typeface="Arial"/>
              </a:rPr>
              <a:t>				3. </a:t>
            </a:r>
            <a:r>
              <a:rPr lang="en-US" sz="2200" cap="none">
                <a:solidFill>
                  <a:srgbClr val="0D0D0D"/>
                </a:solidFill>
                <a:latin typeface="Arial"/>
                <a:ea typeface="Arial"/>
                <a:cs typeface="Arial"/>
                <a:sym typeface="Arial"/>
              </a:rPr>
              <a:t>PRAVEEN.N</a:t>
            </a:r>
            <a:endParaRPr sz="2200" cap="none">
              <a:solidFill>
                <a:srgbClr val="0D0D0D"/>
              </a:solidFill>
              <a:latin typeface="Arial"/>
              <a:ea typeface="Arial"/>
              <a:cs typeface="Arial"/>
              <a:sym typeface="Arial"/>
            </a:endParaRPr>
          </a:p>
          <a:p>
            <a:pPr indent="0" lvl="0" marL="0" marR="0" rtl="0" algn="l">
              <a:lnSpc>
                <a:spcPct val="120000"/>
              </a:lnSpc>
              <a:spcBef>
                <a:spcPts val="1001"/>
              </a:spcBef>
              <a:spcAft>
                <a:spcPts val="0"/>
              </a:spcAft>
              <a:buNone/>
            </a:pPr>
            <a:r>
              <a:rPr lang="en-US" sz="2200">
                <a:solidFill>
                  <a:srgbClr val="0D0D0D"/>
                </a:solidFill>
              </a:rPr>
              <a:t>                                      </a:t>
            </a:r>
            <a:r>
              <a:rPr lang="en-US" sz="2200" cap="none">
                <a:solidFill>
                  <a:srgbClr val="0D0D0D"/>
                </a:solidFill>
                <a:latin typeface="Arial"/>
                <a:ea typeface="Arial"/>
                <a:cs typeface="Arial"/>
                <a:sym typeface="Arial"/>
              </a:rPr>
              <a:t>4. PUGAZHENTHI. K</a:t>
            </a:r>
            <a:endParaRPr sz="2200">
              <a:solidFill>
                <a:schemeClr val="dk1"/>
              </a:solidFill>
              <a:latin typeface="Arial"/>
              <a:ea typeface="Arial"/>
              <a:cs typeface="Arial"/>
              <a:sym typeface="Arial"/>
            </a:endParaRPr>
          </a:p>
          <a:p>
            <a:pPr indent="0" lvl="0" marL="0" marR="0" rtl="0" algn="l">
              <a:lnSpc>
                <a:spcPct val="120000"/>
              </a:lnSpc>
              <a:spcBef>
                <a:spcPts val="1001"/>
              </a:spcBef>
              <a:spcAft>
                <a:spcPts val="0"/>
              </a:spcAft>
              <a:buNone/>
            </a:pPr>
            <a:r>
              <a:t/>
            </a:r>
            <a:endParaRPr b="0" sz="2200" strike="noStrike">
              <a:solidFill>
                <a:schemeClr val="dk1"/>
              </a:solidFill>
              <a:latin typeface="Arial"/>
              <a:ea typeface="Arial"/>
              <a:cs typeface="Arial"/>
              <a:sym typeface="Arial"/>
            </a:endParaRPr>
          </a:p>
        </p:txBody>
      </p:sp>
      <p:sp>
        <p:nvSpPr>
          <p:cNvPr id="104" name="Google Shape;104;p1"/>
          <p:cNvSpPr txBox="1"/>
          <p:nvPr/>
        </p:nvSpPr>
        <p:spPr>
          <a:xfrm flipH="1">
            <a:off x="1524793" y="5293309"/>
            <a:ext cx="2607819" cy="6155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latin typeface="Rockwell"/>
                <a:ea typeface="Rockwell"/>
                <a:cs typeface="Rockwell"/>
                <a:sym typeface="Rockwell"/>
              </a:rPr>
              <a:t>  </a:t>
            </a:r>
            <a:r>
              <a:rPr b="1" lang="en-US" sz="1700">
                <a:solidFill>
                  <a:schemeClr val="dk1"/>
                </a:solidFill>
                <a:latin typeface="Arial"/>
                <a:ea typeface="Arial"/>
                <a:cs typeface="Arial"/>
                <a:sym typeface="Arial"/>
              </a:rPr>
              <a:t>Project Guide</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(Dr.S.SARAVANAN)</a:t>
            </a:r>
            <a:endParaRPr b="1" sz="1700">
              <a:solidFill>
                <a:schemeClr val="dk1"/>
              </a:solidFill>
              <a:latin typeface="Arial"/>
              <a:ea typeface="Arial"/>
              <a:cs typeface="Arial"/>
              <a:sym typeface="Arial"/>
            </a:endParaRPr>
          </a:p>
        </p:txBody>
      </p:sp>
      <p:sp>
        <p:nvSpPr>
          <p:cNvPr id="105" name="Google Shape;105;p1"/>
          <p:cNvSpPr txBox="1"/>
          <p:nvPr/>
        </p:nvSpPr>
        <p:spPr>
          <a:xfrm>
            <a:off x="8730812" y="5293308"/>
            <a:ext cx="2562622" cy="6155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Project Member</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 (Dr.Swami Nadhan)</a:t>
            </a:r>
            <a:endParaRPr b="1" sz="1700">
              <a:solidFill>
                <a:schemeClr val="dk1"/>
              </a:solidFill>
              <a:latin typeface="Arial"/>
              <a:ea typeface="Arial"/>
              <a:cs typeface="Arial"/>
              <a:sym typeface="Arial"/>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AIM</a:t>
            </a:r>
            <a:endParaRPr/>
          </a:p>
        </p:txBody>
      </p:sp>
      <p:sp>
        <p:nvSpPr>
          <p:cNvPr id="111" name="Google Shape;111;p2"/>
          <p:cNvSpPr txBox="1"/>
          <p:nvPr>
            <p:ph idx="1" type="body"/>
          </p:nvPr>
        </p:nvSpPr>
        <p:spPr>
          <a:xfrm>
            <a:off x="609680" y="1481329"/>
            <a:ext cx="10974229" cy="4525963"/>
          </a:xfrm>
          <a:prstGeom prst="rect">
            <a:avLst/>
          </a:prstGeom>
          <a:noFill/>
          <a:ln>
            <a:noFill/>
          </a:ln>
        </p:spPr>
        <p:txBody>
          <a:bodyPr anchorCtr="0" anchor="t" bIns="45700" lIns="91425" spcFirstLastPara="1" rIns="91425" wrap="square" tIns="45700">
            <a:normAutofit/>
          </a:bodyPr>
          <a:lstStyle/>
          <a:p>
            <a:pPr indent="-256032" lvl="0" marL="365760" rtl="0" algn="just">
              <a:lnSpc>
                <a:spcPct val="150000"/>
              </a:lnSpc>
              <a:spcBef>
                <a:spcPts val="0"/>
              </a:spcBef>
              <a:spcAft>
                <a:spcPts val="0"/>
              </a:spcAft>
              <a:buSzPts val="1360"/>
              <a:buChar char="🞂"/>
            </a:pPr>
            <a:r>
              <a:rPr lang="en-US" sz="2000"/>
              <a:t>Lane detection is the automatic driving assistance system, to avoid accidental deaths and provide a better safety on roads, by using this advanced technology. </a:t>
            </a:r>
            <a:endParaRPr/>
          </a:p>
          <a:p>
            <a:pPr indent="-169671" lvl="0" marL="365760" rtl="0" algn="l">
              <a:spcBef>
                <a:spcPts val="400"/>
              </a:spcBef>
              <a:spcAft>
                <a:spcPts val="0"/>
              </a:spcAft>
              <a:buSzPts val="1360"/>
              <a:buNone/>
            </a:pPr>
            <a:r>
              <a:t/>
            </a:r>
            <a:endParaRPr sz="200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p:nvPr/>
        </p:nvSpPr>
        <p:spPr>
          <a:xfrm>
            <a:off x="855023" y="1328040"/>
            <a:ext cx="10580915" cy="4664520"/>
          </a:xfrm>
          <a:prstGeom prst="rect">
            <a:avLst/>
          </a:prstGeom>
          <a:noFill/>
          <a:ln>
            <a:noFill/>
          </a:ln>
        </p:spPr>
        <p:txBody>
          <a:bodyPr anchorCtr="0" anchor="ctr" bIns="45000" lIns="90000" spcFirstLastPara="1" rIns="90000" wrap="square" tIns="45000">
            <a:noAutofit/>
          </a:bodyPr>
          <a:lstStyle/>
          <a:p>
            <a:pPr indent="-127000" lvl="0" marL="0" marR="0" rtl="0" algn="just">
              <a:lnSpc>
                <a:spcPct val="17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There is always a huge demand for the development of the self-driving cars since they are the future of the autonomous vehicles. </a:t>
            </a:r>
            <a:endParaRPr/>
          </a:p>
          <a:p>
            <a:pPr indent="-127000" lvl="0" marL="0" marR="0" rtl="0" algn="just">
              <a:lnSpc>
                <a:spcPct val="17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In Self-driving cars, Lane detection is considered to be the most important part in reducing the number of accidents and risks. </a:t>
            </a:r>
            <a:endParaRPr sz="2000">
              <a:solidFill>
                <a:schemeClr val="dk1"/>
              </a:solidFill>
              <a:latin typeface="Arial"/>
              <a:ea typeface="Arial"/>
              <a:cs typeface="Arial"/>
              <a:sym typeface="Arial"/>
            </a:endParaRPr>
          </a:p>
          <a:p>
            <a:pPr indent="-127000" lvl="0" marL="0" marR="0" rtl="0" algn="just">
              <a:lnSpc>
                <a:spcPct val="17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It is used to identify the next movement direction with the help of lines and curves on the road.</a:t>
            </a:r>
            <a:endParaRPr sz="2000">
              <a:solidFill>
                <a:schemeClr val="dk1"/>
              </a:solidFill>
              <a:latin typeface="Arial"/>
              <a:ea typeface="Arial"/>
              <a:cs typeface="Arial"/>
              <a:sym typeface="Arial"/>
            </a:endParaRPr>
          </a:p>
          <a:p>
            <a:pPr indent="-127000" lvl="0" marL="0" marR="0" rtl="0" algn="just">
              <a:lnSpc>
                <a:spcPct val="17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In this project, proposed a model that can detect lane in the straight and curved roads and the direction to turn the vehicle. </a:t>
            </a:r>
            <a:endParaRPr/>
          </a:p>
          <a:p>
            <a:pPr indent="-127000" lvl="0" marL="0" marR="0" rtl="0" algn="just">
              <a:lnSpc>
                <a:spcPct val="17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A hybrid deep neural network is proposed for lane detection by using multiple continuous driving scene images.</a:t>
            </a:r>
            <a:endParaRPr/>
          </a:p>
          <a:p>
            <a:pPr indent="-127000" lvl="0" marL="0" marR="0" rtl="0" algn="just">
              <a:lnSpc>
                <a:spcPct val="17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It employs with hybrid algorithm of CNN with LSTM  (ConvLSTM)is proposed in this design.</a:t>
            </a:r>
            <a:endParaRPr/>
          </a:p>
          <a:p>
            <a:pPr indent="-216080" lvl="0" marL="343080" marR="0" rtl="0" algn="l">
              <a:lnSpc>
                <a:spcPct val="100000"/>
              </a:lnSpc>
              <a:spcBef>
                <a:spcPts val="0"/>
              </a:spcBef>
              <a:spcAft>
                <a:spcPts val="0"/>
              </a:spcAft>
              <a:buClr>
                <a:srgbClr val="000000"/>
              </a:buClr>
              <a:buSzPts val="2000"/>
              <a:buFont typeface="Noto Sans Symbols"/>
              <a:buNone/>
            </a:pPr>
            <a:r>
              <a:t/>
            </a:r>
            <a:endParaRPr b="0" sz="2000" strike="noStrike">
              <a:solidFill>
                <a:schemeClr val="dk1"/>
              </a:solidFill>
              <a:latin typeface="Arial"/>
              <a:ea typeface="Arial"/>
              <a:cs typeface="Arial"/>
              <a:sym typeface="Arial"/>
            </a:endParaRPr>
          </a:p>
        </p:txBody>
      </p:sp>
      <p:sp>
        <p:nvSpPr>
          <p:cNvPr id="117" name="Google Shape;117;p3"/>
          <p:cNvSpPr/>
          <p:nvPr/>
        </p:nvSpPr>
        <p:spPr>
          <a:xfrm>
            <a:off x="4312080" y="208080"/>
            <a:ext cx="4711320" cy="51696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0" lang="en-US" sz="2800" strike="noStrike">
                <a:solidFill>
                  <a:srgbClr val="000000"/>
                </a:solidFill>
                <a:latin typeface="Arial"/>
                <a:ea typeface="Arial"/>
                <a:cs typeface="Arial"/>
                <a:sym typeface="Arial"/>
              </a:rPr>
              <a:t>OBJECTIVE</a:t>
            </a:r>
            <a:endParaRPr b="0" sz="2800" strike="noStrike">
              <a:solidFill>
                <a:schemeClr val="dk1"/>
              </a:solidFill>
              <a:latin typeface="Arial"/>
              <a:ea typeface="Arial"/>
              <a:cs typeface="Arial"/>
              <a:sym typeface="Arial"/>
            </a:endParaRPr>
          </a:p>
        </p:txBody>
      </p:sp>
    </p:spTree>
  </p:cSld>
  <p:clrMapOvr>
    <a:masterClrMapping/>
  </p:clrMapOvr>
  <mc:AlternateContent>
    <mc:Choice Requires="p14">
      <p:transition advTm="20000" spd="slow" p14:dur="2500">
        <p14:vortex dir="l"/>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Introduction</a:t>
            </a:r>
            <a:endParaRPr/>
          </a:p>
        </p:txBody>
      </p:sp>
      <p:sp>
        <p:nvSpPr>
          <p:cNvPr id="123" name="Google Shape;123;p4"/>
          <p:cNvSpPr txBox="1"/>
          <p:nvPr>
            <p:ph idx="1" type="body"/>
          </p:nvPr>
        </p:nvSpPr>
        <p:spPr>
          <a:xfrm>
            <a:off x="609680" y="1295401"/>
            <a:ext cx="10974229" cy="4830763"/>
          </a:xfrm>
          <a:prstGeom prst="rect">
            <a:avLst/>
          </a:prstGeom>
          <a:noFill/>
          <a:ln>
            <a:noFill/>
          </a:ln>
        </p:spPr>
        <p:txBody>
          <a:bodyPr anchorCtr="0" anchor="t" bIns="45700" lIns="91425" spcFirstLastPara="1" rIns="91425" wrap="square" tIns="45700">
            <a:noAutofit/>
          </a:bodyPr>
          <a:lstStyle/>
          <a:p>
            <a:pPr indent="-256032" lvl="0" marL="365760" rtl="0" algn="just">
              <a:lnSpc>
                <a:spcPct val="170000"/>
              </a:lnSpc>
              <a:spcBef>
                <a:spcPts val="0"/>
              </a:spcBef>
              <a:spcAft>
                <a:spcPts val="0"/>
              </a:spcAft>
              <a:buSzPts val="1360"/>
              <a:buChar char="🞂"/>
            </a:pPr>
            <a:r>
              <a:rPr lang="en-US" sz="2000"/>
              <a:t>There is always a huge demand for the development of the self-driving cars since they are the future of the autonomous vehicles. </a:t>
            </a:r>
            <a:endParaRPr sz="2000"/>
          </a:p>
          <a:p>
            <a:pPr indent="-256032" lvl="0" marL="365760" rtl="0" algn="just">
              <a:lnSpc>
                <a:spcPct val="170000"/>
              </a:lnSpc>
              <a:spcBef>
                <a:spcPts val="400"/>
              </a:spcBef>
              <a:spcAft>
                <a:spcPts val="0"/>
              </a:spcAft>
              <a:buSzPts val="1360"/>
              <a:buChar char="🞂"/>
            </a:pPr>
            <a:r>
              <a:rPr lang="en-US" sz="2000"/>
              <a:t>In Self-driving cars, Lane detection is considered to be the most important part in reducing the number of accidents and risks. </a:t>
            </a:r>
            <a:endParaRPr sz="2000"/>
          </a:p>
          <a:p>
            <a:pPr indent="-256032" lvl="0" marL="365760" rtl="0" algn="just">
              <a:lnSpc>
                <a:spcPct val="170000"/>
              </a:lnSpc>
              <a:spcBef>
                <a:spcPts val="400"/>
              </a:spcBef>
              <a:spcAft>
                <a:spcPts val="0"/>
              </a:spcAft>
              <a:buSzPts val="1360"/>
              <a:buChar char="🞂"/>
            </a:pPr>
            <a:r>
              <a:rPr lang="en-US" sz="2000"/>
              <a:t>In this project, proposed a model that can detect lane in the straight and curved roads and the direction to turn the vehicle. </a:t>
            </a:r>
            <a:endParaRPr sz="2000"/>
          </a:p>
          <a:p>
            <a:pPr indent="-256032" lvl="0" marL="365760" rtl="0" algn="just">
              <a:lnSpc>
                <a:spcPct val="170000"/>
              </a:lnSpc>
              <a:spcBef>
                <a:spcPts val="400"/>
              </a:spcBef>
              <a:spcAft>
                <a:spcPts val="0"/>
              </a:spcAft>
              <a:buSzPts val="1360"/>
              <a:buChar char="🞂"/>
            </a:pPr>
            <a:r>
              <a:rPr lang="en-US" sz="2000"/>
              <a:t>A hybrid deep neural network is proposed for lane detection by using multiple continuous driving scene images.</a:t>
            </a:r>
            <a:endParaRPr sz="2000"/>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idx="1" type="body"/>
          </p:nvPr>
        </p:nvSpPr>
        <p:spPr>
          <a:xfrm>
            <a:off x="609680" y="1481329"/>
            <a:ext cx="10974229" cy="4525963"/>
          </a:xfrm>
          <a:prstGeom prst="rect">
            <a:avLst/>
          </a:prstGeom>
          <a:noFill/>
          <a:ln>
            <a:noFill/>
          </a:ln>
        </p:spPr>
        <p:txBody>
          <a:bodyPr anchorCtr="0" anchor="t" bIns="45700" lIns="91425" spcFirstLastPara="1" rIns="91425" wrap="square" tIns="45700">
            <a:normAutofit fontScale="70000" lnSpcReduction="20000"/>
          </a:bodyPr>
          <a:lstStyle/>
          <a:p>
            <a:pPr indent="-256032" lvl="0" marL="365760" rtl="0" algn="just">
              <a:lnSpc>
                <a:spcPct val="170000"/>
              </a:lnSpc>
              <a:spcBef>
                <a:spcPts val="0"/>
              </a:spcBef>
              <a:spcAft>
                <a:spcPts val="0"/>
              </a:spcAft>
              <a:buSzPct val="68000"/>
              <a:buFont typeface="Arial"/>
              <a:buChar char="•"/>
            </a:pPr>
            <a:r>
              <a:rPr lang="en-US">
                <a:latin typeface="Times New Roman"/>
                <a:ea typeface="Times New Roman"/>
                <a:cs typeface="Times New Roman"/>
                <a:sym typeface="Times New Roman"/>
              </a:rPr>
              <a:t>A hybrid deep neural network is proposed for lane detection by using multiple continuous driving scene images.</a:t>
            </a:r>
            <a:endParaRPr/>
          </a:p>
          <a:p>
            <a:pPr indent="-256032" lvl="0" marL="365760" rtl="0" algn="just">
              <a:lnSpc>
                <a:spcPct val="170000"/>
              </a:lnSpc>
              <a:spcBef>
                <a:spcPts val="400"/>
              </a:spcBef>
              <a:spcAft>
                <a:spcPts val="0"/>
              </a:spcAft>
              <a:buSzPct val="68000"/>
              <a:buFont typeface="Arial"/>
              <a:buChar char="•"/>
            </a:pPr>
            <a:r>
              <a:rPr lang="en-US">
                <a:latin typeface="Times New Roman"/>
                <a:ea typeface="Times New Roman"/>
                <a:cs typeface="Times New Roman"/>
                <a:sym typeface="Times New Roman"/>
              </a:rPr>
              <a:t>The proposed system employs with hybrid algorithm of Convolutional Neural Networks (CNNs) and Long Short-Term Memory (LSTM)  namely ConvLSTM, which is used in autonomous driving systems. </a:t>
            </a:r>
            <a:endParaRPr/>
          </a:p>
          <a:p>
            <a:pPr indent="-256032" lvl="0" marL="365760" rtl="0" algn="l">
              <a:lnSpc>
                <a:spcPct val="170000"/>
              </a:lnSpc>
              <a:spcBef>
                <a:spcPts val="400"/>
              </a:spcBef>
              <a:spcAft>
                <a:spcPts val="0"/>
              </a:spcAft>
              <a:buSzPct val="68000"/>
              <a:buChar char="🞂"/>
            </a:pPr>
            <a:r>
              <a:rPr lang="en-US">
                <a:latin typeface="Times New Roman"/>
                <a:ea typeface="Times New Roman"/>
                <a:cs typeface="Times New Roman"/>
                <a:sym typeface="Times New Roman"/>
              </a:rPr>
              <a:t>CNNs are proficient at extracting spatial features from individual frames, LSTM networks are useful for modeling temporal dependencies and capturing long-range context in sequential data. </a:t>
            </a:r>
            <a:endParaRPr/>
          </a:p>
          <a:p>
            <a:pPr indent="-256032" lvl="0" marL="365760" rtl="0" algn="l">
              <a:lnSpc>
                <a:spcPct val="170000"/>
              </a:lnSpc>
              <a:spcBef>
                <a:spcPts val="400"/>
              </a:spcBef>
              <a:spcAft>
                <a:spcPts val="0"/>
              </a:spcAft>
              <a:buSzPct val="68000"/>
              <a:buChar char="🞂"/>
            </a:pPr>
            <a:r>
              <a:rPr lang="en-US">
                <a:latin typeface="Times New Roman"/>
                <a:ea typeface="Times New Roman"/>
                <a:cs typeface="Times New Roman"/>
                <a:sym typeface="Times New Roman"/>
              </a:rPr>
              <a:t>By combining these two types of neural networks, the model can effectively leverage both spatial and temporal information for accurate lane detection in video streams.</a:t>
            </a:r>
            <a:endParaRPr/>
          </a:p>
          <a:p>
            <a:pPr indent="-174421" lvl="0" marL="365760" rtl="0" algn="l">
              <a:lnSpc>
                <a:spcPct val="170000"/>
              </a:lnSpc>
              <a:spcBef>
                <a:spcPts val="400"/>
              </a:spcBef>
              <a:spcAft>
                <a:spcPts val="0"/>
              </a:spcAft>
              <a:buSzPct val="68000"/>
              <a:buNone/>
            </a:pPr>
            <a:r>
              <a:t/>
            </a:r>
            <a:endParaRPr>
              <a:latin typeface="Times New Roman"/>
              <a:ea typeface="Times New Roman"/>
              <a:cs typeface="Times New Roman"/>
              <a:sym typeface="Times New Roman"/>
            </a:endParaRPr>
          </a:p>
          <a:p>
            <a:pPr indent="-174421" lvl="0" marL="365760" rtl="0" algn="l">
              <a:spcBef>
                <a:spcPts val="400"/>
              </a:spcBef>
              <a:spcAft>
                <a:spcPts val="0"/>
              </a:spcAft>
              <a:buSzPct val="68000"/>
              <a:buNone/>
            </a:pPr>
            <a:r>
              <a:t/>
            </a:r>
            <a:endParaRPr/>
          </a:p>
        </p:txBody>
      </p:sp>
      <p:sp>
        <p:nvSpPr>
          <p:cNvPr id="129" name="Google Shape;129;p5"/>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Proposed Methodology</a:t>
            </a:r>
            <a:endParaRP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ph idx="1" type="body"/>
          </p:nvPr>
        </p:nvSpPr>
        <p:spPr>
          <a:xfrm>
            <a:off x="609680" y="1269243"/>
            <a:ext cx="10974229" cy="5418160"/>
          </a:xfrm>
          <a:prstGeom prst="rect">
            <a:avLst/>
          </a:prstGeom>
          <a:noFill/>
          <a:ln>
            <a:noFill/>
          </a:ln>
        </p:spPr>
        <p:txBody>
          <a:bodyPr anchorCtr="0" anchor="t" bIns="45700" lIns="91425" spcFirstLastPara="1" rIns="91425" wrap="square" tIns="45700">
            <a:noAutofit/>
          </a:bodyPr>
          <a:lstStyle/>
          <a:p>
            <a:pPr indent="-256032" lvl="0" marL="365760" rtl="0" algn="just">
              <a:lnSpc>
                <a:spcPct val="150000"/>
              </a:lnSpc>
              <a:spcBef>
                <a:spcPts val="0"/>
              </a:spcBef>
              <a:spcAft>
                <a:spcPts val="0"/>
              </a:spcAft>
              <a:buSzPts val="1088"/>
              <a:buChar char="🞂"/>
            </a:pPr>
            <a:r>
              <a:rPr lang="en-US" sz="1600"/>
              <a:t>LSTM (Long Short-Term Memory) is a type of recurrent neural network (RNN) designed to address the vanishing gradient problem in traditional RNNs. It includes memory cells and gates (input, output, and forget gates) that allow it to selectively remember or forget information over long sequences.</a:t>
            </a:r>
            <a:endParaRPr/>
          </a:p>
          <a:p>
            <a:pPr indent="-256032" lvl="0" marL="365760" rtl="0" algn="just">
              <a:lnSpc>
                <a:spcPct val="150000"/>
              </a:lnSpc>
              <a:spcBef>
                <a:spcPts val="400"/>
              </a:spcBef>
              <a:spcAft>
                <a:spcPts val="0"/>
              </a:spcAft>
              <a:buSzPts val="1088"/>
              <a:buChar char="🞂"/>
            </a:pPr>
            <a:r>
              <a:rPr lang="en-US" sz="1600"/>
              <a:t>LSTMs are effective in capturing long-term dependencies in sequential data.</a:t>
            </a:r>
            <a:endParaRPr/>
          </a:p>
          <a:p>
            <a:pPr indent="-256032" lvl="0" marL="365760" rtl="0" algn="just">
              <a:lnSpc>
                <a:spcPct val="150000"/>
              </a:lnSpc>
              <a:spcBef>
                <a:spcPts val="400"/>
              </a:spcBef>
              <a:spcAft>
                <a:spcPts val="0"/>
              </a:spcAft>
              <a:buSzPts val="1088"/>
              <a:buChar char="🞂"/>
            </a:pPr>
            <a:r>
              <a:rPr lang="en-US" sz="1600"/>
              <a:t>ConvLSTM extends the LSTM architecture by incorporating convolutional operations into the cell state transitions and gating mechanisms.</a:t>
            </a:r>
            <a:endParaRPr/>
          </a:p>
          <a:p>
            <a:pPr indent="-256032" lvl="0" marL="365760" rtl="0" algn="just">
              <a:lnSpc>
                <a:spcPct val="150000"/>
              </a:lnSpc>
              <a:spcBef>
                <a:spcPts val="400"/>
              </a:spcBef>
              <a:spcAft>
                <a:spcPts val="0"/>
              </a:spcAft>
              <a:buSzPts val="1088"/>
              <a:buChar char="🞂"/>
            </a:pPr>
            <a:r>
              <a:rPr lang="en-US" sz="1600"/>
              <a:t>ConvLSTM processes entire spatial regions simultaneously using convolutional filters. This is particularly useful for spatiotemporal data like videos, where both spatial and temporal dependencies are important.</a:t>
            </a:r>
            <a:endParaRPr/>
          </a:p>
          <a:p>
            <a:pPr indent="-256032" lvl="0" marL="365760" rtl="0" algn="just">
              <a:lnSpc>
                <a:spcPct val="150000"/>
              </a:lnSpc>
              <a:spcBef>
                <a:spcPts val="400"/>
              </a:spcBef>
              <a:spcAft>
                <a:spcPts val="0"/>
              </a:spcAft>
              <a:buSzPts val="1088"/>
              <a:buChar char="🞂"/>
            </a:pPr>
            <a:r>
              <a:rPr lang="en-US" sz="1600"/>
              <a:t>ConvLSTM introduces convolutional versions of the input, output, and forget gates. These gates use convolutional filters to capture spatial patterns and relationships within the input sequence.</a:t>
            </a:r>
            <a:endParaRPr/>
          </a:p>
          <a:p>
            <a:pPr indent="-256032" lvl="0" marL="365760" rtl="0" algn="just">
              <a:lnSpc>
                <a:spcPct val="150000"/>
              </a:lnSpc>
              <a:spcBef>
                <a:spcPts val="400"/>
              </a:spcBef>
              <a:spcAft>
                <a:spcPts val="0"/>
              </a:spcAft>
              <a:buSzPts val="1088"/>
              <a:buChar char="🞂"/>
            </a:pPr>
            <a:r>
              <a:rPr lang="en-US" sz="1600"/>
              <a:t>The convolutional operations help ConvLSTM learn spatial hierarchies and dependencies, making it well-suited for tasks where both local and global context are essential.</a:t>
            </a:r>
            <a:endParaRPr/>
          </a:p>
          <a:p>
            <a:pPr indent="-186943" lvl="0" marL="365760" rtl="0" algn="just">
              <a:lnSpc>
                <a:spcPct val="150000"/>
              </a:lnSpc>
              <a:spcBef>
                <a:spcPts val="400"/>
              </a:spcBef>
              <a:spcAft>
                <a:spcPts val="0"/>
              </a:spcAft>
              <a:buSzPts val="1088"/>
              <a:buNone/>
            </a:pPr>
            <a:r>
              <a:t/>
            </a:r>
            <a:endParaRPr sz="1600"/>
          </a:p>
        </p:txBody>
      </p:sp>
      <p:sp>
        <p:nvSpPr>
          <p:cNvPr id="135" name="Google Shape;135;p6"/>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Cont..</a:t>
            </a:r>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Frame to Lane Detection </a:t>
            </a:r>
            <a:endParaRPr/>
          </a:p>
        </p:txBody>
      </p:sp>
      <p:pic>
        <p:nvPicPr>
          <p:cNvPr id="141" name="Google Shape;141;p7"/>
          <p:cNvPicPr preferRelativeResize="0"/>
          <p:nvPr>
            <p:ph idx="1" type="body"/>
          </p:nvPr>
        </p:nvPicPr>
        <p:blipFill rotWithShape="1">
          <a:blip r:embed="rId3">
            <a:alphaModFix/>
          </a:blip>
          <a:srcRect b="18949" l="2226" r="2939" t="36443"/>
          <a:stretch/>
        </p:blipFill>
        <p:spPr>
          <a:xfrm>
            <a:off x="609600" y="1197430"/>
            <a:ext cx="10974388" cy="4452256"/>
          </a:xfrm>
          <a:prstGeom prst="rect">
            <a:avLst/>
          </a:prstGeom>
          <a:noFill/>
          <a:ln>
            <a:noFill/>
          </a:ln>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763555" y="209047"/>
            <a:ext cx="10364760" cy="159552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Architecture of ConvLSTM</a:t>
            </a:r>
            <a:endParaRPr/>
          </a:p>
        </p:txBody>
      </p:sp>
      <p:pic>
        <p:nvPicPr>
          <p:cNvPr descr="https://camo.githubusercontent.com/710dd15a15f9db68bca82c043234ceeb1b97659b6d78059362186f3cf6fc3cda/68747470733a2f2f692e696d6775722e636f6d2f6f57356f757a622e706e67" id="147" name="Google Shape;147;p8"/>
          <p:cNvPicPr preferRelativeResize="0"/>
          <p:nvPr/>
        </p:nvPicPr>
        <p:blipFill rotWithShape="1">
          <a:blip r:embed="rId3">
            <a:alphaModFix/>
          </a:blip>
          <a:srcRect b="0" l="0" r="0" t="0"/>
          <a:stretch/>
        </p:blipFill>
        <p:spPr>
          <a:xfrm>
            <a:off x="393300" y="1719618"/>
            <a:ext cx="11603083" cy="4626592"/>
          </a:xfrm>
          <a:prstGeom prst="rect">
            <a:avLst/>
          </a:prstGeom>
          <a:noFill/>
          <a:ln>
            <a:noFill/>
          </a:ln>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type="title"/>
          </p:nvPr>
        </p:nvSpPr>
        <p:spPr>
          <a:xfrm>
            <a:off x="609675" y="147675"/>
            <a:ext cx="10974300" cy="8973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                Proposed Architecture</a:t>
            </a:r>
            <a:endParaRPr/>
          </a:p>
        </p:txBody>
      </p:sp>
      <p:pic>
        <p:nvPicPr>
          <p:cNvPr id="153" name="Google Shape;153;p9"/>
          <p:cNvPicPr preferRelativeResize="0"/>
          <p:nvPr>
            <p:ph idx="1" type="body"/>
          </p:nvPr>
        </p:nvPicPr>
        <p:blipFill rotWithShape="1">
          <a:blip r:embed="rId3">
            <a:alphaModFix/>
          </a:blip>
          <a:srcRect b="0" l="0" r="0" t="0"/>
          <a:stretch/>
        </p:blipFill>
        <p:spPr>
          <a:xfrm>
            <a:off x="933551" y="1045029"/>
            <a:ext cx="9956372" cy="5539014"/>
          </a:xfrm>
          <a:prstGeom prst="rect">
            <a:avLst/>
          </a:prstGeom>
          <a:noFill/>
          <a:ln>
            <a:noFill/>
          </a:ln>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2800"/>
              <a:buFont typeface="Times New Roman"/>
              <a:buNone/>
            </a:pPr>
            <a:r>
              <a:rPr b="1" lang="en-US" sz="2800">
                <a:latin typeface="Times New Roman"/>
                <a:ea typeface="Times New Roman"/>
                <a:cs typeface="Times New Roman"/>
                <a:sym typeface="Times New Roman"/>
              </a:rPr>
              <a:t>HARDWARE SPECIFICATIONS</a:t>
            </a:r>
            <a:endParaRPr sz="2800">
              <a:latin typeface="Times New Roman"/>
              <a:ea typeface="Times New Roman"/>
              <a:cs typeface="Times New Roman"/>
              <a:sym typeface="Times New Roman"/>
            </a:endParaRPr>
          </a:p>
        </p:txBody>
      </p:sp>
      <p:sp>
        <p:nvSpPr>
          <p:cNvPr id="159" name="Google Shape;159;p10"/>
          <p:cNvSpPr txBox="1"/>
          <p:nvPr>
            <p:ph idx="1" type="body"/>
          </p:nvPr>
        </p:nvSpPr>
        <p:spPr>
          <a:xfrm>
            <a:off x="609680" y="1371600"/>
            <a:ext cx="10974229" cy="4953000"/>
          </a:xfrm>
          <a:prstGeom prst="rect">
            <a:avLst/>
          </a:prstGeom>
          <a:noFill/>
          <a:ln>
            <a:noFill/>
          </a:ln>
        </p:spPr>
        <p:txBody>
          <a:bodyPr anchorCtr="0" anchor="t" bIns="45700" lIns="91425" spcFirstLastPara="1" rIns="91425" wrap="square" tIns="45700">
            <a:noAutofit/>
          </a:bodyPr>
          <a:lstStyle/>
          <a:p>
            <a:pPr indent="-178307" lvl="0" marL="365760" rtl="0" algn="l">
              <a:lnSpc>
                <a:spcPct val="200000"/>
              </a:lnSpc>
              <a:spcBef>
                <a:spcPts val="0"/>
              </a:spcBef>
              <a:spcAft>
                <a:spcPts val="0"/>
              </a:spcAft>
              <a:buSzPts val="1224"/>
              <a:buNone/>
            </a:pPr>
            <a:r>
              <a:t/>
            </a:r>
            <a:endParaRPr sz="1800">
              <a:latin typeface="Times New Roman"/>
              <a:ea typeface="Times New Roman"/>
              <a:cs typeface="Times New Roman"/>
              <a:sym typeface="Times New Roman"/>
            </a:endParaRPr>
          </a:p>
          <a:p>
            <a:pPr indent="-256032" lvl="0" marL="365760" rtl="0" algn="l">
              <a:lnSpc>
                <a:spcPct val="200000"/>
              </a:lnSpc>
              <a:spcBef>
                <a:spcPts val="400"/>
              </a:spcBef>
              <a:spcAft>
                <a:spcPts val="0"/>
              </a:spcAft>
              <a:buSzPts val="1224"/>
              <a:buChar char="🞂"/>
            </a:pPr>
            <a:r>
              <a:rPr lang="en-US" sz="1800">
                <a:latin typeface="Times New Roman"/>
                <a:ea typeface="Times New Roman"/>
                <a:cs typeface="Times New Roman"/>
                <a:sym typeface="Times New Roman"/>
              </a:rPr>
              <a:t>Processor		:		Intel I5 processor</a:t>
            </a:r>
            <a:endParaRPr/>
          </a:p>
          <a:p>
            <a:pPr indent="-256032" lvl="0" marL="365760" rtl="0" algn="just">
              <a:lnSpc>
                <a:spcPct val="200000"/>
              </a:lnSpc>
              <a:spcBef>
                <a:spcPts val="400"/>
              </a:spcBef>
              <a:spcAft>
                <a:spcPts val="0"/>
              </a:spcAft>
              <a:buSzPts val="1224"/>
              <a:buChar char="🞂"/>
            </a:pPr>
            <a:r>
              <a:rPr lang="en-US" sz="1800">
                <a:latin typeface="Times New Roman"/>
                <a:ea typeface="Times New Roman"/>
                <a:cs typeface="Times New Roman"/>
                <a:sym typeface="Times New Roman"/>
              </a:rPr>
              <a:t>RAM			:		4 GB</a:t>
            </a:r>
            <a:endParaRPr/>
          </a:p>
          <a:p>
            <a:pPr indent="-256032" lvl="0" marL="365760" rtl="0" algn="l">
              <a:lnSpc>
                <a:spcPct val="200000"/>
              </a:lnSpc>
              <a:spcBef>
                <a:spcPts val="400"/>
              </a:spcBef>
              <a:spcAft>
                <a:spcPts val="0"/>
              </a:spcAft>
              <a:buSzPts val="1224"/>
              <a:buChar char="🞂"/>
            </a:pPr>
            <a:r>
              <a:rPr lang="en-US" sz="1800">
                <a:latin typeface="Times New Roman"/>
                <a:ea typeface="Times New Roman"/>
                <a:cs typeface="Times New Roman"/>
                <a:sym typeface="Times New Roman"/>
              </a:rPr>
              <a:t>Hard disk		:		500 GB</a:t>
            </a:r>
            <a:endParaRPr/>
          </a:p>
          <a:p>
            <a:pPr indent="-178307" lvl="0" marL="365760" rtl="0" algn="l">
              <a:lnSpc>
                <a:spcPct val="200000"/>
              </a:lnSpc>
              <a:spcBef>
                <a:spcPts val="400"/>
              </a:spcBef>
              <a:spcAft>
                <a:spcPts val="0"/>
              </a:spcAft>
              <a:buSzPts val="1224"/>
              <a:buNone/>
            </a:pPr>
            <a:r>
              <a:t/>
            </a:r>
            <a:endParaRPr sz="1800">
              <a:latin typeface="Times New Roman"/>
              <a:ea typeface="Times New Roman"/>
              <a:cs typeface="Times New Roman"/>
              <a:sym typeface="Times New Roman"/>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2800"/>
              <a:buFont typeface="Times New Roman"/>
              <a:buNone/>
            </a:pPr>
            <a:br>
              <a:rPr b="1" lang="en-US" sz="2800">
                <a:latin typeface="Times New Roman"/>
                <a:ea typeface="Times New Roman"/>
                <a:cs typeface="Times New Roman"/>
                <a:sym typeface="Times New Roman"/>
              </a:rPr>
            </a:br>
            <a:r>
              <a:rPr b="1" lang="en-US" sz="2800">
                <a:latin typeface="Times New Roman"/>
                <a:ea typeface="Times New Roman"/>
                <a:cs typeface="Times New Roman"/>
                <a:sym typeface="Times New Roman"/>
              </a:rPr>
              <a:t>SOFTWARE SPECIFICATIONS</a:t>
            </a:r>
            <a:br>
              <a:rPr b="1" lang="en-US" sz="2800">
                <a:latin typeface="Times New Roman"/>
                <a:ea typeface="Times New Roman"/>
                <a:cs typeface="Times New Roman"/>
                <a:sym typeface="Times New Roman"/>
              </a:rPr>
            </a:br>
            <a:endParaRPr sz="2800">
              <a:latin typeface="Times New Roman"/>
              <a:ea typeface="Times New Roman"/>
              <a:cs typeface="Times New Roman"/>
              <a:sym typeface="Times New Roman"/>
            </a:endParaRPr>
          </a:p>
        </p:txBody>
      </p:sp>
      <p:sp>
        <p:nvSpPr>
          <p:cNvPr id="165" name="Google Shape;165;p11"/>
          <p:cNvSpPr txBox="1"/>
          <p:nvPr>
            <p:ph idx="1" type="body"/>
          </p:nvPr>
        </p:nvSpPr>
        <p:spPr>
          <a:xfrm>
            <a:off x="609680" y="1219201"/>
            <a:ext cx="10974229" cy="4906963"/>
          </a:xfrm>
          <a:prstGeom prst="rect">
            <a:avLst/>
          </a:prstGeom>
          <a:noFill/>
          <a:ln>
            <a:noFill/>
          </a:ln>
        </p:spPr>
        <p:txBody>
          <a:bodyPr anchorCtr="0" anchor="t" bIns="45700" lIns="91425" spcFirstLastPara="1" rIns="91425" wrap="square" tIns="45700">
            <a:normAutofit/>
          </a:bodyPr>
          <a:lstStyle/>
          <a:p>
            <a:pPr indent="-152400" lvl="0" marL="365760" rtl="0" algn="l">
              <a:lnSpc>
                <a:spcPct val="200000"/>
              </a:lnSpc>
              <a:spcBef>
                <a:spcPts val="0"/>
              </a:spcBef>
              <a:spcAft>
                <a:spcPts val="0"/>
              </a:spcAft>
              <a:buSzPts val="1632"/>
              <a:buNone/>
            </a:pPr>
            <a:r>
              <a:t/>
            </a:r>
            <a:endParaRPr sz="2400">
              <a:latin typeface="Times New Roman"/>
              <a:ea typeface="Times New Roman"/>
              <a:cs typeface="Times New Roman"/>
              <a:sym typeface="Times New Roman"/>
            </a:endParaRPr>
          </a:p>
          <a:p>
            <a:pPr indent="-256032" lvl="0" marL="365760" rtl="0" algn="l">
              <a:lnSpc>
                <a:spcPct val="200000"/>
              </a:lnSpc>
              <a:spcBef>
                <a:spcPts val="400"/>
              </a:spcBef>
              <a:spcAft>
                <a:spcPts val="0"/>
              </a:spcAft>
              <a:buSzPts val="1632"/>
              <a:buChar char="🞂"/>
            </a:pPr>
            <a:r>
              <a:rPr lang="en-US" sz="2400">
                <a:latin typeface="Times New Roman"/>
                <a:ea typeface="Times New Roman"/>
                <a:cs typeface="Times New Roman"/>
                <a:sym typeface="Times New Roman"/>
              </a:rPr>
              <a:t>Operating System 		: 	 Windows 10  </a:t>
            </a:r>
            <a:endParaRPr/>
          </a:p>
          <a:p>
            <a:pPr indent="-256032" lvl="0" marL="365760" rtl="0" algn="l">
              <a:lnSpc>
                <a:spcPct val="200000"/>
              </a:lnSpc>
              <a:spcBef>
                <a:spcPts val="400"/>
              </a:spcBef>
              <a:spcAft>
                <a:spcPts val="0"/>
              </a:spcAft>
              <a:buSzPts val="1632"/>
              <a:buChar char="🞂"/>
            </a:pPr>
            <a:r>
              <a:rPr lang="en-US" sz="2400">
                <a:latin typeface="Times New Roman"/>
                <a:ea typeface="Times New Roman"/>
                <a:cs typeface="Times New Roman"/>
                <a:sym typeface="Times New Roman"/>
              </a:rPr>
              <a:t>Language used            	: 	Python</a:t>
            </a:r>
            <a:endParaRPr/>
          </a:p>
          <a:p>
            <a:pPr indent="-256032" lvl="0" marL="365760" rtl="0" algn="l">
              <a:lnSpc>
                <a:spcPct val="200000"/>
              </a:lnSpc>
              <a:spcBef>
                <a:spcPts val="400"/>
              </a:spcBef>
              <a:spcAft>
                <a:spcPts val="0"/>
              </a:spcAft>
              <a:buSzPts val="1632"/>
              <a:buChar char="🞂"/>
            </a:pPr>
            <a:r>
              <a:rPr lang="en-US" sz="2400">
                <a:latin typeface="Times New Roman"/>
                <a:ea typeface="Times New Roman"/>
                <a:cs typeface="Times New Roman"/>
                <a:sym typeface="Times New Roman"/>
              </a:rPr>
              <a:t>Tools used  			: 	Anaconda (Spyder)</a:t>
            </a:r>
            <a:endParaRPr/>
          </a:p>
          <a:p>
            <a:pPr indent="-178307" lvl="0" marL="365760" rtl="0" algn="l">
              <a:lnSpc>
                <a:spcPct val="200000"/>
              </a:lnSpc>
              <a:spcBef>
                <a:spcPts val="400"/>
              </a:spcBef>
              <a:spcAft>
                <a:spcPts val="0"/>
              </a:spcAft>
              <a:buSzPts val="1224"/>
              <a:buNone/>
            </a:pPr>
            <a:r>
              <a:t/>
            </a:r>
            <a:endParaRPr sz="1800">
              <a:latin typeface="Times New Roman"/>
              <a:ea typeface="Times New Roman"/>
              <a:cs typeface="Times New Roman"/>
              <a:sym typeface="Times New Roman"/>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2"/>
          <p:cNvSpPr/>
          <p:nvPr/>
        </p:nvSpPr>
        <p:spPr>
          <a:xfrm>
            <a:off x="3314880" y="787320"/>
            <a:ext cx="6044760" cy="51696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0" lang="en-US" sz="2800" strike="noStrike">
                <a:solidFill>
                  <a:srgbClr val="000000"/>
                </a:solidFill>
                <a:latin typeface="Arial"/>
                <a:ea typeface="Arial"/>
                <a:cs typeface="Arial"/>
                <a:sym typeface="Arial"/>
              </a:rPr>
              <a:t>DATA COLLECTION</a:t>
            </a:r>
            <a:endParaRPr b="0" sz="2800" strike="noStrike">
              <a:solidFill>
                <a:schemeClr val="dk1"/>
              </a:solidFill>
              <a:latin typeface="Arial"/>
              <a:ea typeface="Arial"/>
              <a:cs typeface="Arial"/>
              <a:sym typeface="Arial"/>
            </a:endParaRPr>
          </a:p>
        </p:txBody>
      </p:sp>
      <p:sp>
        <p:nvSpPr>
          <p:cNvPr id="171" name="Google Shape;171;p12"/>
          <p:cNvSpPr/>
          <p:nvPr/>
        </p:nvSpPr>
        <p:spPr>
          <a:xfrm>
            <a:off x="1142999" y="2311560"/>
            <a:ext cx="9069779" cy="1889280"/>
          </a:xfrm>
          <a:prstGeom prst="rect">
            <a:avLst/>
          </a:prstGeom>
          <a:noFill/>
          <a:ln>
            <a:noFill/>
          </a:ln>
        </p:spPr>
        <p:txBody>
          <a:bodyPr anchorCtr="0" anchor="t" bIns="45000" lIns="90000" spcFirstLastPara="1" rIns="90000" wrap="square" tIns="45000">
            <a:noAutofit/>
          </a:bodyPr>
          <a:lstStyle/>
          <a:p>
            <a:pPr indent="-343080" lvl="0" marL="343080" marR="0" rtl="0" algn="just">
              <a:lnSpc>
                <a:spcPct val="150000"/>
              </a:lnSpc>
              <a:spcBef>
                <a:spcPts val="0"/>
              </a:spcBef>
              <a:spcAft>
                <a:spcPts val="0"/>
              </a:spcAft>
              <a:buClr>
                <a:srgbClr val="000000"/>
              </a:buClr>
              <a:buSzPts val="2000"/>
              <a:buFont typeface="Noto Sans Symbols"/>
              <a:buChar char="⮚"/>
            </a:pPr>
            <a:r>
              <a:rPr lang="en-US" sz="2000">
                <a:solidFill>
                  <a:schemeClr val="dk1"/>
                </a:solidFill>
                <a:latin typeface="Arial"/>
                <a:ea typeface="Arial"/>
                <a:cs typeface="Arial"/>
                <a:sym typeface="Arial"/>
              </a:rPr>
              <a:t>The TuSimple dataset consists of 6,766 road images on  highways. The resolution of image is 1280×720. The dataset is composed of 3,626 for training, 358 for validation, and 2,782 for testing called the TuSimple test set of which the images are under different weather conditions.</a:t>
            </a:r>
            <a:endParaRPr b="0" sz="2000" strike="noStrike">
              <a:solidFill>
                <a:schemeClr val="dk1"/>
              </a:solidFill>
              <a:latin typeface="Arial"/>
              <a:ea typeface="Arial"/>
              <a:cs typeface="Arial"/>
              <a:sym typeface="Arial"/>
            </a:endParaRPr>
          </a:p>
        </p:txBody>
      </p:sp>
    </p:spTree>
  </p:cSld>
  <p:clrMapOvr>
    <a:masterClrMapping/>
  </p:clrMapOvr>
  <mc:AlternateContent>
    <mc:Choice Requires="p14">
      <p:transition advTm="20000" spd="slow" p14:dur="2500">
        <p14:vortex dir="l"/>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3"/>
          <p:cNvSpPr txBox="1"/>
          <p:nvPr>
            <p:ph idx="1" type="body"/>
          </p:nvPr>
        </p:nvSpPr>
        <p:spPr>
          <a:xfrm>
            <a:off x="609680" y="1481329"/>
            <a:ext cx="10974229" cy="4525963"/>
          </a:xfrm>
          <a:prstGeom prst="rect">
            <a:avLst/>
          </a:prstGeom>
          <a:noFill/>
          <a:ln>
            <a:noFill/>
          </a:ln>
        </p:spPr>
        <p:txBody>
          <a:bodyPr anchorCtr="0" anchor="t" bIns="45700" lIns="91425" spcFirstLastPara="1" rIns="91425" wrap="square" tIns="45700">
            <a:normAutofit/>
          </a:bodyPr>
          <a:lstStyle/>
          <a:p>
            <a:pPr indent="-256032" lvl="0" marL="365760" rtl="0" algn="l">
              <a:spcBef>
                <a:spcPts val="0"/>
              </a:spcBef>
              <a:spcAft>
                <a:spcPts val="0"/>
              </a:spcAft>
              <a:buSzPts val="1836"/>
              <a:buChar char="🞂"/>
            </a:pPr>
            <a:r>
              <a:rPr lang="en-US"/>
              <a:t>Data Collection and Preprocessing</a:t>
            </a:r>
            <a:endParaRPr/>
          </a:p>
          <a:p>
            <a:pPr indent="-256032" lvl="0" marL="365760" rtl="0" algn="l">
              <a:spcBef>
                <a:spcPts val="400"/>
              </a:spcBef>
              <a:spcAft>
                <a:spcPts val="0"/>
              </a:spcAft>
              <a:buSzPts val="1836"/>
              <a:buChar char="🞂"/>
            </a:pPr>
            <a:r>
              <a:rPr lang="en-US"/>
              <a:t>CNN Feature Extraction</a:t>
            </a:r>
            <a:endParaRPr/>
          </a:p>
          <a:p>
            <a:pPr indent="-256032" lvl="0" marL="365760" rtl="0" algn="l">
              <a:spcBef>
                <a:spcPts val="400"/>
              </a:spcBef>
              <a:spcAft>
                <a:spcPts val="0"/>
              </a:spcAft>
              <a:buSzPts val="1836"/>
              <a:buChar char="🞂"/>
            </a:pPr>
            <a:r>
              <a:rPr lang="en-US"/>
              <a:t>Temporal Context Encoding with LSTM</a:t>
            </a:r>
            <a:endParaRPr/>
          </a:p>
          <a:p>
            <a:pPr indent="-256032" lvl="0" marL="365760" rtl="0" algn="l">
              <a:spcBef>
                <a:spcPts val="400"/>
              </a:spcBef>
              <a:spcAft>
                <a:spcPts val="0"/>
              </a:spcAft>
              <a:buSzPts val="1836"/>
              <a:buChar char="🞂"/>
            </a:pPr>
            <a:r>
              <a:rPr lang="en-US"/>
              <a:t>Training and Evaluation</a:t>
            </a:r>
            <a:endParaRPr/>
          </a:p>
          <a:p>
            <a:pPr indent="-256032" lvl="0" marL="365760" rtl="0" algn="l">
              <a:spcBef>
                <a:spcPts val="400"/>
              </a:spcBef>
              <a:spcAft>
                <a:spcPts val="0"/>
              </a:spcAft>
              <a:buSzPts val="1836"/>
              <a:buChar char="🞂"/>
            </a:pPr>
            <a:r>
              <a:rPr lang="en-US"/>
              <a:t>Lane Detection</a:t>
            </a:r>
            <a:endParaRPr/>
          </a:p>
          <a:p>
            <a:pPr indent="-139446" lvl="0" marL="365760" rtl="0" algn="l">
              <a:spcBef>
                <a:spcPts val="400"/>
              </a:spcBef>
              <a:spcAft>
                <a:spcPts val="0"/>
              </a:spcAft>
              <a:buSzPts val="1836"/>
              <a:buNone/>
            </a:pPr>
            <a:r>
              <a:t/>
            </a:r>
            <a:endParaRPr/>
          </a:p>
          <a:p>
            <a:pPr indent="-139446" lvl="0" marL="365760" rtl="0" algn="l">
              <a:spcBef>
                <a:spcPts val="400"/>
              </a:spcBef>
              <a:spcAft>
                <a:spcPts val="0"/>
              </a:spcAft>
              <a:buSzPts val="1836"/>
              <a:buNone/>
            </a:pPr>
            <a:r>
              <a:t/>
            </a:r>
            <a:endParaRPr/>
          </a:p>
          <a:p>
            <a:pPr indent="-139446" lvl="0" marL="365760" rtl="0" algn="l">
              <a:spcBef>
                <a:spcPts val="400"/>
              </a:spcBef>
              <a:spcAft>
                <a:spcPts val="0"/>
              </a:spcAft>
              <a:buSzPts val="1836"/>
              <a:buNone/>
            </a:pPr>
            <a:r>
              <a:t/>
            </a:r>
            <a:endParaRPr/>
          </a:p>
        </p:txBody>
      </p:sp>
      <p:sp>
        <p:nvSpPr>
          <p:cNvPr id="177" name="Google Shape;177;p13"/>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Modules</a:t>
            </a:r>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4"/>
          <p:cNvSpPr txBox="1"/>
          <p:nvPr>
            <p:ph idx="1" type="body"/>
          </p:nvPr>
        </p:nvSpPr>
        <p:spPr>
          <a:xfrm>
            <a:off x="763554" y="1355458"/>
            <a:ext cx="10364760" cy="5004399"/>
          </a:xfrm>
          <a:prstGeom prst="rect">
            <a:avLst/>
          </a:prstGeom>
          <a:noFill/>
          <a:ln>
            <a:noFill/>
          </a:ln>
        </p:spPr>
        <p:txBody>
          <a:bodyPr anchorCtr="0" anchor="t" bIns="45700" lIns="91425" spcFirstLastPara="1" rIns="91425" wrap="square" tIns="45700">
            <a:noAutofit/>
          </a:bodyPr>
          <a:lstStyle/>
          <a:p>
            <a:pPr indent="-256032" lvl="0" marL="365760" rtl="0" algn="just">
              <a:lnSpc>
                <a:spcPct val="220000"/>
              </a:lnSpc>
              <a:spcBef>
                <a:spcPts val="0"/>
              </a:spcBef>
              <a:spcAft>
                <a:spcPts val="0"/>
              </a:spcAft>
              <a:buSzPts val="1224"/>
              <a:buFont typeface="Arial"/>
              <a:buChar char="•"/>
            </a:pPr>
            <a:r>
              <a:rPr lang="en-US" sz="1800"/>
              <a:t>Gather a dataset of images or video sequences showing road scenes with visible lane markings.</a:t>
            </a:r>
            <a:endParaRPr/>
          </a:p>
          <a:p>
            <a:pPr indent="-256032" lvl="0" marL="365760" rtl="0" algn="just">
              <a:lnSpc>
                <a:spcPct val="220000"/>
              </a:lnSpc>
              <a:spcBef>
                <a:spcPts val="400"/>
              </a:spcBef>
              <a:spcAft>
                <a:spcPts val="0"/>
              </a:spcAft>
              <a:buSzPts val="1224"/>
              <a:buFont typeface="Arial"/>
              <a:buChar char="•"/>
            </a:pPr>
            <a:r>
              <a:rPr lang="en-US" sz="1800"/>
              <a:t>The TuSimple dataset consists of road images on  highways. The resolution of image is 1280×720. The dataset is composed of 3,626 for training, 358 for validation, and 2,782 for testing called the TuSimple test set of which the images are under different weather conditions.</a:t>
            </a:r>
            <a:endParaRPr sz="1800"/>
          </a:p>
          <a:p>
            <a:pPr indent="-256032" lvl="0" marL="365760" rtl="0" algn="just">
              <a:lnSpc>
                <a:spcPct val="220000"/>
              </a:lnSpc>
              <a:spcBef>
                <a:spcPts val="400"/>
              </a:spcBef>
              <a:spcAft>
                <a:spcPts val="0"/>
              </a:spcAft>
              <a:buSzPts val="1224"/>
              <a:buFont typeface="Arial"/>
              <a:buChar char="•"/>
            </a:pPr>
            <a:r>
              <a:rPr lang="en-US" sz="1800"/>
              <a:t>Preprocess the data, which may involve resizing, normalization, and augmentation techniques to improve the model's generalization.</a:t>
            </a:r>
            <a:endParaRPr/>
          </a:p>
          <a:p>
            <a:pPr indent="-178307" lvl="0" marL="365760" rtl="0" algn="just">
              <a:lnSpc>
                <a:spcPct val="220000"/>
              </a:lnSpc>
              <a:spcBef>
                <a:spcPts val="400"/>
              </a:spcBef>
              <a:spcAft>
                <a:spcPts val="0"/>
              </a:spcAft>
              <a:buSzPts val="1224"/>
              <a:buFont typeface="Arial"/>
              <a:buNone/>
            </a:pPr>
            <a:r>
              <a:t/>
            </a:r>
            <a:endParaRPr sz="1800"/>
          </a:p>
        </p:txBody>
      </p:sp>
      <p:sp>
        <p:nvSpPr>
          <p:cNvPr id="183" name="Google Shape;183;p14"/>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Data Collection and Preprocessing: </a:t>
            </a:r>
            <a:endParaRP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5"/>
          <p:cNvSpPr txBox="1"/>
          <p:nvPr>
            <p:ph idx="1" type="body"/>
          </p:nvPr>
        </p:nvSpPr>
        <p:spPr>
          <a:xfrm>
            <a:off x="609680" y="1481329"/>
            <a:ext cx="10974229" cy="4525963"/>
          </a:xfrm>
          <a:prstGeom prst="rect">
            <a:avLst/>
          </a:prstGeom>
          <a:noFill/>
          <a:ln>
            <a:noFill/>
          </a:ln>
        </p:spPr>
        <p:txBody>
          <a:bodyPr anchorCtr="0" anchor="t" bIns="45700" lIns="91425" spcFirstLastPara="1" rIns="91425" wrap="square" tIns="45700">
            <a:normAutofit/>
          </a:bodyPr>
          <a:lstStyle/>
          <a:p>
            <a:pPr indent="-139446" lvl="0" marL="365760" rtl="0" algn="l">
              <a:spcBef>
                <a:spcPts val="0"/>
              </a:spcBef>
              <a:spcAft>
                <a:spcPts val="0"/>
              </a:spcAft>
              <a:buSzPts val="1836"/>
              <a:buNone/>
            </a:pPr>
            <a:r>
              <a:t/>
            </a:r>
            <a:endParaRPr/>
          </a:p>
          <a:p>
            <a:pPr indent="-256032" lvl="0" marL="365760" rtl="0" algn="l">
              <a:spcBef>
                <a:spcPts val="400"/>
              </a:spcBef>
              <a:spcAft>
                <a:spcPts val="0"/>
              </a:spcAft>
              <a:buSzPts val="1836"/>
              <a:buChar char="🞂"/>
            </a:pPr>
            <a:r>
              <a:rPr lang="en-US"/>
              <a:t>Use a CNN architecture to extract meaningful image features from each frame of the input video.</a:t>
            </a:r>
            <a:endParaRPr/>
          </a:p>
          <a:p>
            <a:pPr indent="-256032" lvl="0" marL="365760" rtl="0" algn="l">
              <a:spcBef>
                <a:spcPts val="400"/>
              </a:spcBef>
              <a:spcAft>
                <a:spcPts val="0"/>
              </a:spcAft>
              <a:buSzPts val="1836"/>
              <a:buChar char="🞂"/>
            </a:pPr>
            <a:r>
              <a:rPr lang="en-US"/>
              <a:t>It detects image features from the Region of interest area.</a:t>
            </a:r>
            <a:endParaRPr/>
          </a:p>
          <a:p>
            <a:pPr indent="-256032" lvl="0" marL="365760" rtl="0" algn="l">
              <a:spcBef>
                <a:spcPts val="400"/>
              </a:spcBef>
              <a:spcAft>
                <a:spcPts val="0"/>
              </a:spcAft>
              <a:buSzPts val="1836"/>
              <a:buChar char="🞂"/>
            </a:pPr>
            <a:r>
              <a:rPr lang="en-US"/>
              <a:t>The CNN learns to detect relevant patterns and features such as lane markings, road edges, and other contextual information.</a:t>
            </a:r>
            <a:endParaRPr/>
          </a:p>
          <a:p>
            <a:pPr indent="-139446" lvl="0" marL="365760" rtl="0" algn="l">
              <a:spcBef>
                <a:spcPts val="400"/>
              </a:spcBef>
              <a:spcAft>
                <a:spcPts val="0"/>
              </a:spcAft>
              <a:buSzPts val="1836"/>
              <a:buNone/>
            </a:pPr>
            <a:r>
              <a:t/>
            </a:r>
            <a:endParaRPr/>
          </a:p>
        </p:txBody>
      </p:sp>
      <p:sp>
        <p:nvSpPr>
          <p:cNvPr id="189" name="Google Shape;189;p15"/>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CNN Feature Extraction</a:t>
            </a:r>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6"/>
          <p:cNvSpPr txBox="1"/>
          <p:nvPr>
            <p:ph idx="1" type="body"/>
          </p:nvPr>
        </p:nvSpPr>
        <p:spPr>
          <a:xfrm>
            <a:off x="609680" y="1481329"/>
            <a:ext cx="10974229" cy="4525963"/>
          </a:xfrm>
          <a:prstGeom prst="rect">
            <a:avLst/>
          </a:prstGeom>
          <a:noFill/>
          <a:ln>
            <a:noFill/>
          </a:ln>
        </p:spPr>
        <p:txBody>
          <a:bodyPr anchorCtr="0" anchor="t" bIns="45700" lIns="91425" spcFirstLastPara="1" rIns="91425" wrap="square" tIns="45700">
            <a:normAutofit/>
          </a:bodyPr>
          <a:lstStyle/>
          <a:p>
            <a:pPr indent="-256032" lvl="0" marL="365760" rtl="0" algn="l">
              <a:spcBef>
                <a:spcPts val="0"/>
              </a:spcBef>
              <a:spcAft>
                <a:spcPts val="0"/>
              </a:spcAft>
              <a:buSzPts val="1836"/>
              <a:buChar char="🞂"/>
            </a:pPr>
            <a:r>
              <a:rPr lang="en-US"/>
              <a:t>Convert the output feature maps from the CNN into a sequence of feature vectors.</a:t>
            </a:r>
            <a:endParaRPr/>
          </a:p>
          <a:p>
            <a:pPr indent="-256032" lvl="0" marL="365760" rtl="0" algn="l">
              <a:spcBef>
                <a:spcPts val="400"/>
              </a:spcBef>
              <a:spcAft>
                <a:spcPts val="0"/>
              </a:spcAft>
              <a:buSzPts val="1836"/>
              <a:buChar char="🞂"/>
            </a:pPr>
            <a:r>
              <a:rPr lang="en-US"/>
              <a:t>Utilize an LSTM network to capture temporal dependencies and contextual information across consecutive frames.</a:t>
            </a:r>
            <a:endParaRPr/>
          </a:p>
          <a:p>
            <a:pPr indent="-256032" lvl="0" marL="365760" rtl="0" algn="l">
              <a:spcBef>
                <a:spcPts val="400"/>
              </a:spcBef>
              <a:spcAft>
                <a:spcPts val="0"/>
              </a:spcAft>
              <a:buSzPts val="1836"/>
              <a:buChar char="🞂"/>
            </a:pPr>
            <a:r>
              <a:rPr lang="en-US"/>
              <a:t>LSTM helps the model to understand the sequential nature of video data and make predictions based on the history of frames.</a:t>
            </a:r>
            <a:endParaRPr/>
          </a:p>
          <a:p>
            <a:pPr indent="-139446" lvl="0" marL="365760" rtl="0" algn="l">
              <a:spcBef>
                <a:spcPts val="400"/>
              </a:spcBef>
              <a:spcAft>
                <a:spcPts val="0"/>
              </a:spcAft>
              <a:buSzPts val="1836"/>
              <a:buNone/>
            </a:pPr>
            <a:r>
              <a:t/>
            </a:r>
            <a:endParaRPr/>
          </a:p>
        </p:txBody>
      </p:sp>
      <p:sp>
        <p:nvSpPr>
          <p:cNvPr id="195" name="Google Shape;195;p16"/>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Temporal Context Encoding with LSTM</a:t>
            </a:r>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7"/>
          <p:cNvSpPr txBox="1"/>
          <p:nvPr>
            <p:ph idx="1" type="body"/>
          </p:nvPr>
        </p:nvSpPr>
        <p:spPr>
          <a:xfrm>
            <a:off x="609680" y="1481329"/>
            <a:ext cx="10974229" cy="4525963"/>
          </a:xfrm>
          <a:prstGeom prst="rect">
            <a:avLst/>
          </a:prstGeom>
          <a:noFill/>
          <a:ln>
            <a:noFill/>
          </a:ln>
        </p:spPr>
        <p:txBody>
          <a:bodyPr anchorCtr="0" anchor="t" bIns="45700" lIns="91425" spcFirstLastPara="1" rIns="91425" wrap="square" tIns="45700">
            <a:normAutofit/>
          </a:bodyPr>
          <a:lstStyle/>
          <a:p>
            <a:pPr indent="-256032" lvl="0" marL="365760" rtl="0" algn="l">
              <a:lnSpc>
                <a:spcPct val="200000"/>
              </a:lnSpc>
              <a:spcBef>
                <a:spcPts val="0"/>
              </a:spcBef>
              <a:spcAft>
                <a:spcPts val="0"/>
              </a:spcAft>
              <a:buSzPts val="1836"/>
              <a:buChar char="🞂"/>
            </a:pPr>
            <a:r>
              <a:rPr lang="en-US"/>
              <a:t>Split the dataset into training, validation, and testing sets.</a:t>
            </a:r>
            <a:endParaRPr/>
          </a:p>
          <a:p>
            <a:pPr indent="-256032" lvl="0" marL="365760" rtl="0" algn="l">
              <a:lnSpc>
                <a:spcPct val="200000"/>
              </a:lnSpc>
              <a:spcBef>
                <a:spcPts val="400"/>
              </a:spcBef>
              <a:spcAft>
                <a:spcPts val="0"/>
              </a:spcAft>
              <a:buSzPts val="1836"/>
              <a:buChar char="🞂"/>
            </a:pPr>
            <a:r>
              <a:rPr lang="en-US"/>
              <a:t>Train the combined CNN-LSTM model using supervised learning, where the ground truth annotations for lane markings are used as targets.</a:t>
            </a:r>
            <a:endParaRPr/>
          </a:p>
          <a:p>
            <a:pPr indent="-139446" lvl="0" marL="365760" rtl="0" algn="l">
              <a:lnSpc>
                <a:spcPct val="200000"/>
              </a:lnSpc>
              <a:spcBef>
                <a:spcPts val="400"/>
              </a:spcBef>
              <a:spcAft>
                <a:spcPts val="0"/>
              </a:spcAft>
              <a:buSzPts val="1836"/>
              <a:buNone/>
            </a:pPr>
            <a:r>
              <a:t/>
            </a:r>
            <a:endParaRPr/>
          </a:p>
        </p:txBody>
      </p:sp>
      <p:sp>
        <p:nvSpPr>
          <p:cNvPr id="201" name="Google Shape;201;p17"/>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Training and Evaluation</a:t>
            </a:r>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8"/>
          <p:cNvSpPr txBox="1"/>
          <p:nvPr>
            <p:ph idx="1" type="body"/>
          </p:nvPr>
        </p:nvSpPr>
        <p:spPr>
          <a:xfrm>
            <a:off x="609680" y="1481329"/>
            <a:ext cx="10974229" cy="4525963"/>
          </a:xfrm>
          <a:prstGeom prst="rect">
            <a:avLst/>
          </a:prstGeom>
          <a:noFill/>
          <a:ln>
            <a:noFill/>
          </a:ln>
        </p:spPr>
        <p:txBody>
          <a:bodyPr anchorCtr="0" anchor="t" bIns="45700" lIns="91425" spcFirstLastPara="1" rIns="91425" wrap="square" tIns="45700">
            <a:normAutofit/>
          </a:bodyPr>
          <a:lstStyle/>
          <a:p>
            <a:pPr indent="-256032" lvl="0" marL="365760" rtl="0" algn="l">
              <a:spcBef>
                <a:spcPts val="0"/>
              </a:spcBef>
              <a:spcAft>
                <a:spcPts val="0"/>
              </a:spcAft>
              <a:buSzPts val="1836"/>
              <a:buChar char="🞂"/>
            </a:pPr>
            <a:r>
              <a:rPr lang="en-US"/>
              <a:t>Feed the sequence of feature vectors into the LSTM module.</a:t>
            </a:r>
            <a:endParaRPr/>
          </a:p>
          <a:p>
            <a:pPr indent="-256032" lvl="0" marL="365760" rtl="0" algn="l">
              <a:spcBef>
                <a:spcPts val="400"/>
              </a:spcBef>
              <a:spcAft>
                <a:spcPts val="0"/>
              </a:spcAft>
              <a:buSzPts val="1836"/>
              <a:buChar char="🞂"/>
            </a:pPr>
            <a:r>
              <a:rPr lang="en-US"/>
              <a:t>Train the LSTM to predict the position or boundaries of the lane markings in the next frame based on the learned temporal dependencies.</a:t>
            </a:r>
            <a:endParaRPr/>
          </a:p>
          <a:p>
            <a:pPr indent="-256032" lvl="0" marL="365760" rtl="0" algn="l">
              <a:spcBef>
                <a:spcPts val="400"/>
              </a:spcBef>
              <a:spcAft>
                <a:spcPts val="0"/>
              </a:spcAft>
              <a:buSzPts val="1836"/>
              <a:buChar char="🞂"/>
            </a:pPr>
            <a:r>
              <a:rPr lang="en-US"/>
              <a:t>Output the predicted lane markings or boundaries.</a:t>
            </a:r>
            <a:endParaRPr/>
          </a:p>
          <a:p>
            <a:pPr indent="-139446" lvl="0" marL="365760" rtl="0" algn="l">
              <a:spcBef>
                <a:spcPts val="400"/>
              </a:spcBef>
              <a:spcAft>
                <a:spcPts val="0"/>
              </a:spcAft>
              <a:buSzPts val="1836"/>
              <a:buNone/>
            </a:pPr>
            <a:r>
              <a:t/>
            </a:r>
            <a:endParaRPr/>
          </a:p>
        </p:txBody>
      </p:sp>
      <p:sp>
        <p:nvSpPr>
          <p:cNvPr id="207" name="Google Shape;207;p18"/>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Lane Detection</a:t>
            </a:r>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9"/>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Screenshots</a:t>
            </a:r>
            <a:endParaRPr/>
          </a:p>
        </p:txBody>
      </p:sp>
      <p:pic>
        <p:nvPicPr>
          <p:cNvPr id="213" name="Google Shape;213;p19"/>
          <p:cNvPicPr preferRelativeResize="0"/>
          <p:nvPr>
            <p:ph idx="1" type="body"/>
          </p:nvPr>
        </p:nvPicPr>
        <p:blipFill rotWithShape="1">
          <a:blip r:embed="rId3">
            <a:alphaModFix/>
          </a:blip>
          <a:srcRect b="19987" l="0" r="0" t="0"/>
          <a:stretch/>
        </p:blipFill>
        <p:spPr>
          <a:xfrm>
            <a:off x="2515394" y="1526366"/>
            <a:ext cx="7162800" cy="4435505"/>
          </a:xfrm>
          <a:prstGeom prst="rect">
            <a:avLst/>
          </a:prstGeom>
          <a:noFill/>
          <a:ln cap="flat" cmpd="sng" w="9525">
            <a:solidFill>
              <a:schemeClr val="accent1"/>
            </a:solidFill>
            <a:prstDash val="solid"/>
            <a:miter lim="800000"/>
            <a:headEnd len="sm" w="sm" type="none"/>
            <a:tailEnd len="sm" w="sm" type="none"/>
          </a:ln>
        </p:spPr>
      </p:pic>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t/>
            </a:r>
            <a:endParaRPr/>
          </a:p>
        </p:txBody>
      </p:sp>
      <p:pic>
        <p:nvPicPr>
          <p:cNvPr id="219" name="Google Shape;219;p20"/>
          <p:cNvPicPr preferRelativeResize="0"/>
          <p:nvPr>
            <p:ph idx="1" type="body"/>
          </p:nvPr>
        </p:nvPicPr>
        <p:blipFill rotWithShape="1">
          <a:blip r:embed="rId3">
            <a:alphaModFix/>
          </a:blip>
          <a:srcRect b="0" l="0" r="0" t="0"/>
          <a:stretch/>
        </p:blipFill>
        <p:spPr>
          <a:xfrm>
            <a:off x="2910681" y="1491456"/>
            <a:ext cx="6372225" cy="4505325"/>
          </a:xfrm>
          <a:prstGeom prst="rect">
            <a:avLst/>
          </a:prstGeom>
          <a:noFill/>
          <a:ln>
            <a:noFill/>
          </a:ln>
        </p:spPr>
      </p:pic>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t/>
            </a:r>
            <a:endParaRPr/>
          </a:p>
        </p:txBody>
      </p:sp>
      <p:pic>
        <p:nvPicPr>
          <p:cNvPr id="225" name="Google Shape;225;p21"/>
          <p:cNvPicPr preferRelativeResize="0"/>
          <p:nvPr>
            <p:ph idx="1" type="body"/>
          </p:nvPr>
        </p:nvPicPr>
        <p:blipFill rotWithShape="1">
          <a:blip r:embed="rId3">
            <a:alphaModFix/>
          </a:blip>
          <a:srcRect b="0" l="0" r="0" t="0"/>
          <a:stretch/>
        </p:blipFill>
        <p:spPr>
          <a:xfrm>
            <a:off x="1908132" y="1481138"/>
            <a:ext cx="8377323" cy="4525962"/>
          </a:xfrm>
          <a:prstGeom prst="rect">
            <a:avLst/>
          </a:prstGeom>
          <a:noFill/>
          <a:ln>
            <a:noFill/>
          </a:ln>
        </p:spPr>
      </p:pic>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t/>
            </a:r>
            <a:endParaRPr/>
          </a:p>
        </p:txBody>
      </p:sp>
      <p:pic>
        <p:nvPicPr>
          <p:cNvPr id="231" name="Google Shape;231;p22"/>
          <p:cNvPicPr preferRelativeResize="0"/>
          <p:nvPr>
            <p:ph idx="1" type="body"/>
          </p:nvPr>
        </p:nvPicPr>
        <p:blipFill rotWithShape="1">
          <a:blip r:embed="rId3">
            <a:alphaModFix/>
          </a:blip>
          <a:srcRect b="0" l="0" r="0" t="0"/>
          <a:stretch/>
        </p:blipFill>
        <p:spPr>
          <a:xfrm>
            <a:off x="1908132" y="1481138"/>
            <a:ext cx="8377323" cy="4525962"/>
          </a:xfrm>
          <a:prstGeom prst="rect">
            <a:avLst/>
          </a:prstGeom>
          <a:noFill/>
          <a:ln>
            <a:noFill/>
          </a:ln>
        </p:spPr>
      </p:pic>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ph idx="1" type="body"/>
          </p:nvPr>
        </p:nvSpPr>
        <p:spPr>
          <a:xfrm>
            <a:off x="609680" y="1481329"/>
            <a:ext cx="10974229" cy="4525963"/>
          </a:xfrm>
          <a:prstGeom prst="rect">
            <a:avLst/>
          </a:prstGeom>
          <a:noFill/>
          <a:ln>
            <a:noFill/>
          </a:ln>
        </p:spPr>
        <p:txBody>
          <a:bodyPr anchorCtr="0" anchor="t" bIns="45700" lIns="91425" spcFirstLastPara="1" rIns="91425" wrap="square" tIns="45700">
            <a:normAutofit fontScale="62500" lnSpcReduction="20000"/>
          </a:bodyPr>
          <a:lstStyle/>
          <a:p>
            <a:pPr indent="-256053" lvl="0" marL="365760" rtl="0" algn="just">
              <a:lnSpc>
                <a:spcPct val="160000"/>
              </a:lnSpc>
              <a:spcBef>
                <a:spcPts val="0"/>
              </a:spcBef>
              <a:spcAft>
                <a:spcPts val="0"/>
              </a:spcAft>
              <a:buSzPct val="68000"/>
              <a:buChar char="🞂"/>
            </a:pPr>
            <a:r>
              <a:rPr lang="en-US"/>
              <a:t>In this project, a novel hybrid neural network combining CNN and RNN was proposed for robust lane detection in driving scenes. </a:t>
            </a:r>
            <a:endParaRPr/>
          </a:p>
          <a:p>
            <a:pPr indent="-256053" lvl="0" marL="365760" rtl="0" algn="just">
              <a:lnSpc>
                <a:spcPct val="160000"/>
              </a:lnSpc>
              <a:spcBef>
                <a:spcPts val="400"/>
              </a:spcBef>
              <a:spcAft>
                <a:spcPts val="0"/>
              </a:spcAft>
              <a:buSzPct val="68000"/>
              <a:buChar char="🞂"/>
            </a:pPr>
            <a:r>
              <a:rPr lang="en-US"/>
              <a:t>The proposed network architecture was built on an encoder-decoder framework, which takes multiple continuous frames as an input, and predicts the lane of the current frame in a semantic segmentation manner. </a:t>
            </a:r>
            <a:endParaRPr/>
          </a:p>
          <a:p>
            <a:pPr indent="-256053" lvl="0" marL="365760" rtl="0" algn="just">
              <a:lnSpc>
                <a:spcPct val="160000"/>
              </a:lnSpc>
              <a:spcBef>
                <a:spcPts val="400"/>
              </a:spcBef>
              <a:spcAft>
                <a:spcPts val="0"/>
              </a:spcAft>
              <a:buSzPct val="68000"/>
              <a:buChar char="🞂"/>
            </a:pPr>
            <a:r>
              <a:rPr lang="en-US"/>
              <a:t>In this framework, features on each frame of the input were firstly abstracted by a CNN encoder. </a:t>
            </a:r>
            <a:endParaRPr/>
          </a:p>
          <a:p>
            <a:pPr indent="-256053" lvl="0" marL="365760" rtl="0" algn="just">
              <a:lnSpc>
                <a:spcPct val="160000"/>
              </a:lnSpc>
              <a:spcBef>
                <a:spcPts val="400"/>
              </a:spcBef>
              <a:spcAft>
                <a:spcPts val="0"/>
              </a:spcAft>
              <a:buSzPct val="68000"/>
              <a:buChar char="🞂"/>
            </a:pPr>
            <a:r>
              <a:rPr lang="en-US"/>
              <a:t>Then, the sequential encoded features of all input frames were processed by a ConvLSTM. </a:t>
            </a:r>
            <a:endParaRPr/>
          </a:p>
          <a:p>
            <a:pPr indent="-256053" lvl="0" marL="365760" rtl="0" algn="just">
              <a:lnSpc>
                <a:spcPct val="160000"/>
              </a:lnSpc>
              <a:spcBef>
                <a:spcPts val="400"/>
              </a:spcBef>
              <a:spcAft>
                <a:spcPts val="0"/>
              </a:spcAft>
              <a:buSzPct val="68000"/>
              <a:buChar char="🞂"/>
            </a:pPr>
            <a:r>
              <a:rPr lang="en-US"/>
              <a:t>Finally, outputs of the ConvLSTM were fed into the CNN decoder for information reconstruction and lane prediction. </a:t>
            </a:r>
            <a:endParaRPr/>
          </a:p>
          <a:p>
            <a:pPr indent="-256053" lvl="0" marL="365760" rtl="0" algn="just">
              <a:lnSpc>
                <a:spcPct val="160000"/>
              </a:lnSpc>
              <a:spcBef>
                <a:spcPts val="400"/>
              </a:spcBef>
              <a:spcAft>
                <a:spcPts val="0"/>
              </a:spcAft>
              <a:buSzPct val="68000"/>
              <a:buChar char="🞂"/>
            </a:pPr>
            <a:r>
              <a:rPr lang="en-US"/>
              <a:t>Two datasets containing continuous driving images are constructed for performance evaluation.</a:t>
            </a:r>
            <a:endParaRPr/>
          </a:p>
        </p:txBody>
      </p:sp>
      <p:sp>
        <p:nvSpPr>
          <p:cNvPr id="237" name="Google Shape;237;p23"/>
          <p:cNvSpPr txBox="1"/>
          <p:nvPr>
            <p:ph type="title"/>
          </p:nvPr>
        </p:nvSpPr>
        <p:spPr>
          <a:xfrm>
            <a:off x="609680" y="274638"/>
            <a:ext cx="10974229"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Rockwell"/>
              <a:buNone/>
            </a:pPr>
            <a:r>
              <a:rPr lang="en-US"/>
              <a:t>Conclusion</a:t>
            </a:r>
            <a:endParaRPr/>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b0ef0042ac_0_0"/>
          <p:cNvSpPr txBox="1"/>
          <p:nvPr>
            <p:ph idx="1" type="body"/>
          </p:nvPr>
        </p:nvSpPr>
        <p:spPr>
          <a:xfrm>
            <a:off x="609680" y="1481329"/>
            <a:ext cx="10974300" cy="4526100"/>
          </a:xfrm>
          <a:prstGeom prst="rect">
            <a:avLst/>
          </a:prstGeom>
        </p:spPr>
        <p:txBody>
          <a:bodyPr anchorCtr="0" anchor="t" bIns="45700" lIns="91425" spcFirstLastPara="1" rIns="91425" wrap="square" tIns="45700">
            <a:normAutofit/>
          </a:bodyPr>
          <a:lstStyle/>
          <a:p>
            <a:pPr indent="0" lvl="0" marL="0" rtl="0" algn="l">
              <a:spcBef>
                <a:spcPts val="400"/>
              </a:spcBef>
              <a:spcAft>
                <a:spcPts val="0"/>
              </a:spcAft>
              <a:buNone/>
            </a:pPr>
            <a:r>
              <a:t/>
            </a:r>
            <a:endParaRPr/>
          </a:p>
        </p:txBody>
      </p:sp>
      <p:sp>
        <p:nvSpPr>
          <p:cNvPr id="243" name="Google Shape;243;g3b0ef0042ac_0_0"/>
          <p:cNvSpPr txBox="1"/>
          <p:nvPr>
            <p:ph type="title"/>
          </p:nvPr>
        </p:nvSpPr>
        <p:spPr>
          <a:xfrm>
            <a:off x="609680" y="274638"/>
            <a:ext cx="109743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t>
            </a:r>
            <a:endParaRPr/>
          </a:p>
        </p:txBody>
      </p:sp>
      <p:sp>
        <p:nvSpPr>
          <p:cNvPr id="244" name="Google Shape;244;g3b0ef0042ac_0_0"/>
          <p:cNvSpPr txBox="1"/>
          <p:nvPr/>
        </p:nvSpPr>
        <p:spPr>
          <a:xfrm>
            <a:off x="1295571" y="234008"/>
            <a:ext cx="9602400" cy="1303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sz="4400">
                <a:solidFill>
                  <a:srgbClr val="262626"/>
                </a:solidFill>
                <a:latin typeface="Garamond"/>
                <a:ea typeface="Garamond"/>
                <a:cs typeface="Garamond"/>
                <a:sym typeface="Garamond"/>
              </a:rPr>
              <a:t>Literature Survey</a:t>
            </a:r>
            <a:endParaRPr sz="4400">
              <a:solidFill>
                <a:srgbClr val="262626"/>
              </a:solidFill>
              <a:latin typeface="Garamond"/>
              <a:ea typeface="Garamond"/>
              <a:cs typeface="Garamond"/>
              <a:sym typeface="Garamond"/>
            </a:endParaRPr>
          </a:p>
        </p:txBody>
      </p:sp>
      <p:graphicFrame>
        <p:nvGraphicFramePr>
          <p:cNvPr id="245" name="Google Shape;245;g3b0ef0042ac_0_0"/>
          <p:cNvGraphicFramePr/>
          <p:nvPr/>
        </p:nvGraphicFramePr>
        <p:xfrm>
          <a:off x="609680" y="1600201"/>
          <a:ext cx="3000000" cy="3000000"/>
        </p:xfrm>
        <a:graphic>
          <a:graphicData uri="http://schemas.openxmlformats.org/drawingml/2006/table">
            <a:tbl>
              <a:tblPr bandRow="1" firstRow="1">
                <a:noFill/>
                <a:tableStyleId>{AAA3F704-41F7-46FA-8799-904CC67E0FCA}</a:tableStyleId>
              </a:tblPr>
              <a:tblGrid>
                <a:gridCol w="1611300"/>
                <a:gridCol w="1208475"/>
                <a:gridCol w="3524700"/>
                <a:gridCol w="3121875"/>
                <a:gridCol w="1812700"/>
              </a:tblGrid>
              <a:tr h="1012850">
                <a:tc>
                  <a:txBody>
                    <a:bodyPr/>
                    <a:lstStyle/>
                    <a:p>
                      <a:pPr indent="0" lvl="0" marL="0" marR="0" rtl="0" algn="l">
                        <a:spcBef>
                          <a:spcPts val="0"/>
                        </a:spcBef>
                        <a:spcAft>
                          <a:spcPts val="0"/>
                        </a:spcAft>
                        <a:buNone/>
                      </a:pPr>
                      <a:r>
                        <a:rPr lang="en-US" sz="1800" u="none" cap="none" strike="noStrike"/>
                        <a:t>Author</a:t>
                      </a:r>
                      <a:endParaRPr sz="1800"/>
                    </a:p>
                  </a:txBody>
                  <a:tcPr marT="45725" marB="45725" marR="121925" marL="121925"/>
                </a:tc>
                <a:tc>
                  <a:txBody>
                    <a:bodyPr/>
                    <a:lstStyle/>
                    <a:p>
                      <a:pPr indent="0" lvl="0" marL="0" marR="0" rtl="0" algn="l">
                        <a:spcBef>
                          <a:spcPts val="0"/>
                        </a:spcBef>
                        <a:spcAft>
                          <a:spcPts val="0"/>
                        </a:spcAft>
                        <a:buNone/>
                      </a:pPr>
                      <a:r>
                        <a:rPr lang="en-US" sz="1800"/>
                        <a:t>Year</a:t>
                      </a:r>
                      <a:endParaRPr sz="1800"/>
                    </a:p>
                  </a:txBody>
                  <a:tcPr marT="45725" marB="45725" marR="121925" marL="121925"/>
                </a:tc>
                <a:tc>
                  <a:txBody>
                    <a:bodyPr/>
                    <a:lstStyle/>
                    <a:p>
                      <a:pPr indent="0" lvl="0" marL="0" marR="0" rtl="0" algn="l">
                        <a:spcBef>
                          <a:spcPts val="0"/>
                        </a:spcBef>
                        <a:spcAft>
                          <a:spcPts val="0"/>
                        </a:spcAft>
                        <a:buNone/>
                      </a:pPr>
                      <a:r>
                        <a:rPr lang="en-US" sz="1800"/>
                        <a:t>Paper</a:t>
                      </a:r>
                      <a:endParaRPr sz="1800"/>
                    </a:p>
                  </a:txBody>
                  <a:tcPr marT="45725" marB="45725" marR="121925" marL="121925"/>
                </a:tc>
                <a:tc>
                  <a:txBody>
                    <a:bodyPr/>
                    <a:lstStyle/>
                    <a:p>
                      <a:pPr indent="0" lvl="0" marL="0" marR="0" rtl="0" algn="l">
                        <a:spcBef>
                          <a:spcPts val="0"/>
                        </a:spcBef>
                        <a:spcAft>
                          <a:spcPts val="0"/>
                        </a:spcAft>
                        <a:buNone/>
                      </a:pPr>
                      <a:r>
                        <a:rPr lang="en-US" sz="1800"/>
                        <a:t>Algorithm &amp; Features</a:t>
                      </a:r>
                      <a:endParaRPr sz="1800"/>
                    </a:p>
                  </a:txBody>
                  <a:tcPr marT="45725" marB="45725" marR="121925" marL="121925"/>
                </a:tc>
                <a:tc>
                  <a:txBody>
                    <a:bodyPr/>
                    <a:lstStyle/>
                    <a:p>
                      <a:pPr indent="0" lvl="0" marL="0" marR="0" rtl="0" algn="ctr">
                        <a:spcBef>
                          <a:spcPts val="0"/>
                        </a:spcBef>
                        <a:spcAft>
                          <a:spcPts val="0"/>
                        </a:spcAft>
                        <a:buNone/>
                      </a:pPr>
                      <a:r>
                        <a:rPr lang="en-US" sz="1800"/>
                        <a:t>Accuracy</a:t>
                      </a:r>
                      <a:endParaRPr sz="1800"/>
                    </a:p>
                  </a:txBody>
                  <a:tcPr marT="45725" marB="45725" marR="121925" marL="121925"/>
                </a:tc>
              </a:tr>
              <a:tr h="1414950">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Zillur Rahman et al.,</a:t>
                      </a:r>
                      <a:endParaRPr sz="1800"/>
                    </a:p>
                  </a:txBody>
                  <a:tcPr marT="45725" marB="45725" marR="121925" marL="121925"/>
                </a:tc>
                <a:tc>
                  <a:txBody>
                    <a:bodyPr/>
                    <a:lstStyle/>
                    <a:p>
                      <a:pPr indent="0" lvl="0" marL="0" marR="0" rtl="0" algn="l">
                        <a:spcBef>
                          <a:spcPts val="0"/>
                        </a:spcBef>
                        <a:spcAft>
                          <a:spcPts val="0"/>
                        </a:spcAft>
                        <a:buNone/>
                      </a:pPr>
                      <a:r>
                        <a:rPr lang="en-US" sz="1800"/>
                        <a:t>2023</a:t>
                      </a:r>
                      <a:endParaRPr sz="1800"/>
                    </a:p>
                  </a:txBody>
                  <a:tcPr marT="45725" marB="45725" marR="121925" marL="121925"/>
                </a:tc>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Deep Learning for Lane Detection and Classification in Challenging Conditions</a:t>
                      </a:r>
                      <a:endParaRPr sz="1800"/>
                    </a:p>
                  </a:txBody>
                  <a:tcPr marT="45725" marB="45725" marR="121925" marL="121925"/>
                </a:tc>
                <a:tc>
                  <a:txBody>
                    <a:bodyPr/>
                    <a:lstStyle/>
                    <a:p>
                      <a:pPr indent="0" lvl="0" marL="0" marR="0" rtl="0" algn="l">
                        <a:spcBef>
                          <a:spcPts val="0"/>
                        </a:spcBef>
                        <a:spcAft>
                          <a:spcPts val="0"/>
                        </a:spcAft>
                        <a:buNone/>
                      </a:pPr>
                      <a:r>
                        <a:rPr lang="en-US" sz="1800">
                          <a:solidFill>
                            <a:srgbClr val="000000"/>
                          </a:solidFill>
                          <a:latin typeface="Garamond"/>
                          <a:ea typeface="Garamond"/>
                          <a:cs typeface="Garamond"/>
                          <a:sym typeface="Garamond"/>
                        </a:rPr>
                        <a:t>Convolutional neural networks CNN </a:t>
                      </a:r>
                      <a:endParaRPr/>
                    </a:p>
                    <a:p>
                      <a:pPr indent="0" lvl="0" marL="0" marR="0" rtl="0" algn="l">
                        <a:spcBef>
                          <a:spcPts val="0"/>
                        </a:spcBef>
                        <a:spcAft>
                          <a:spcPts val="0"/>
                        </a:spcAft>
                        <a:buNone/>
                      </a:pPr>
                      <a:r>
                        <a:rPr lang="en-US" sz="1800">
                          <a:solidFill>
                            <a:srgbClr val="000000"/>
                          </a:solidFill>
                          <a:latin typeface="Garamond"/>
                          <a:ea typeface="Garamond"/>
                          <a:cs typeface="Garamond"/>
                          <a:sym typeface="Garamond"/>
                        </a:rPr>
                        <a:t>Dataset</a:t>
                      </a:r>
                      <a:r>
                        <a:rPr lang="en-US" sz="1800">
                          <a:solidFill>
                            <a:srgbClr val="000000"/>
                          </a:solidFill>
                          <a:latin typeface="Garamond"/>
                          <a:ea typeface="Garamond"/>
                          <a:cs typeface="Garamond"/>
                          <a:sym typeface="Garamond"/>
                        </a:rPr>
                        <a:t> : </a:t>
                      </a:r>
                      <a:r>
                        <a:rPr b="1" lang="en-US" sz="1800">
                          <a:solidFill>
                            <a:srgbClr val="000000"/>
                          </a:solidFill>
                          <a:latin typeface="Garamond"/>
                          <a:ea typeface="Garamond"/>
                          <a:cs typeface="Garamond"/>
                          <a:sym typeface="Garamond"/>
                        </a:rPr>
                        <a:t>LVLane datasets</a:t>
                      </a:r>
                      <a:r>
                        <a:rPr lang="en-US" sz="1800">
                          <a:solidFill>
                            <a:srgbClr val="000000"/>
                          </a:solidFill>
                          <a:latin typeface="Garamond"/>
                          <a:ea typeface="Garamond"/>
                          <a:cs typeface="Garamond"/>
                          <a:sym typeface="Garamond"/>
                        </a:rPr>
                        <a:t> </a:t>
                      </a:r>
                      <a:endParaRPr sz="1800"/>
                    </a:p>
                  </a:txBody>
                  <a:tcPr marT="45725" marB="45725" marR="121925" marL="121925"/>
                </a:tc>
                <a:tc>
                  <a:txBody>
                    <a:bodyPr/>
                    <a:lstStyle/>
                    <a:p>
                      <a:pPr indent="0" lvl="0" marL="0" marR="0" rtl="0" algn="ctr">
                        <a:spcBef>
                          <a:spcPts val="0"/>
                        </a:spcBef>
                        <a:spcAft>
                          <a:spcPts val="0"/>
                        </a:spcAft>
                        <a:buNone/>
                      </a:pPr>
                      <a:r>
                        <a:rPr lang="en-US" sz="1800"/>
                        <a:t> 97.89%</a:t>
                      </a:r>
                      <a:endParaRPr sz="1800"/>
                    </a:p>
                  </a:txBody>
                  <a:tcPr marT="45725" marB="45725" marR="121925" marL="121925"/>
                </a:tc>
              </a:tr>
              <a:tr h="2068000">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Qin Zou et</a:t>
                      </a:r>
                      <a:r>
                        <a:rPr b="1" lang="en-US" sz="1800">
                          <a:solidFill>
                            <a:srgbClr val="000000"/>
                          </a:solidFill>
                          <a:latin typeface="Garamond"/>
                          <a:ea typeface="Garamond"/>
                          <a:cs typeface="Garamond"/>
                          <a:sym typeface="Garamond"/>
                        </a:rPr>
                        <a:t> al.,</a:t>
                      </a:r>
                      <a:endParaRPr sz="1800"/>
                    </a:p>
                  </a:txBody>
                  <a:tcPr marT="45725" marB="45725" marR="121925" marL="121925"/>
                </a:tc>
                <a:tc>
                  <a:txBody>
                    <a:bodyPr/>
                    <a:lstStyle/>
                    <a:p>
                      <a:pPr indent="0" lvl="0" marL="0" marR="0" rtl="0" algn="l">
                        <a:spcBef>
                          <a:spcPts val="0"/>
                        </a:spcBef>
                        <a:spcAft>
                          <a:spcPts val="0"/>
                        </a:spcAft>
                        <a:buNone/>
                      </a:pPr>
                      <a:r>
                        <a:rPr lang="en-US" sz="1800"/>
                        <a:t>2020</a:t>
                      </a:r>
                      <a:endParaRPr sz="1800"/>
                    </a:p>
                  </a:txBody>
                  <a:tcPr marT="45725" marB="45725" marR="121925" marL="121925"/>
                </a:tc>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Robust Lane Detection from Continuous Driving Scenes Using Deep Neural Networks</a:t>
                      </a:r>
                      <a:endParaRPr sz="1800"/>
                    </a:p>
                  </a:txBody>
                  <a:tcPr marT="45725" marB="45725" marR="121925" marL="121925"/>
                </a:tc>
                <a:tc>
                  <a:txBody>
                    <a:bodyPr/>
                    <a:lstStyle/>
                    <a:p>
                      <a:pPr indent="0" lvl="0" marL="0" marR="0" rtl="0" algn="l">
                        <a:spcBef>
                          <a:spcPts val="0"/>
                        </a:spcBef>
                        <a:spcAft>
                          <a:spcPts val="0"/>
                        </a:spcAft>
                        <a:buNone/>
                      </a:pPr>
                      <a:r>
                        <a:rPr lang="en-US" sz="1800">
                          <a:solidFill>
                            <a:srgbClr val="000000"/>
                          </a:solidFill>
                          <a:latin typeface="Garamond"/>
                          <a:ea typeface="Garamond"/>
                          <a:cs typeface="Garamond"/>
                          <a:sym typeface="Garamond"/>
                        </a:rPr>
                        <a:t>Hybrid deep architecture combining convolutional neural networks (CNN) and recurrent neural networks (RNN). </a:t>
                      </a:r>
                      <a:endParaRPr sz="1800"/>
                    </a:p>
                  </a:txBody>
                  <a:tcPr marT="45725" marB="45725" marR="121925" marL="121925"/>
                </a:tc>
                <a:tc>
                  <a:txBody>
                    <a:bodyPr/>
                    <a:lstStyle/>
                    <a:p>
                      <a:pPr indent="0" lvl="0" marL="0" marR="0" rtl="0" algn="ctr">
                        <a:spcBef>
                          <a:spcPts val="0"/>
                        </a:spcBef>
                        <a:spcAft>
                          <a:spcPts val="0"/>
                        </a:spcAft>
                        <a:buNone/>
                      </a:pPr>
                      <a:r>
                        <a:rPr lang="en-US" sz="1800"/>
                        <a:t> 98.5%</a:t>
                      </a:r>
                      <a:endParaRPr sz="1800"/>
                    </a:p>
                  </a:txBody>
                  <a:tcPr marT="45725" marB="45725" marR="121925" marL="1219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b0ef0042ac_0_7"/>
          <p:cNvSpPr txBox="1"/>
          <p:nvPr>
            <p:ph idx="1" type="body"/>
          </p:nvPr>
        </p:nvSpPr>
        <p:spPr>
          <a:xfrm>
            <a:off x="609680" y="1481329"/>
            <a:ext cx="10974300" cy="4526100"/>
          </a:xfrm>
          <a:prstGeom prst="rect">
            <a:avLst/>
          </a:prstGeom>
        </p:spPr>
        <p:txBody>
          <a:bodyPr anchorCtr="0" anchor="t" bIns="45700" lIns="91425" spcFirstLastPara="1" rIns="91425" wrap="square" tIns="45700">
            <a:normAutofit/>
          </a:bodyPr>
          <a:lstStyle/>
          <a:p>
            <a:pPr indent="0" lvl="0" marL="0" rtl="0" algn="l">
              <a:spcBef>
                <a:spcPts val="400"/>
              </a:spcBef>
              <a:spcAft>
                <a:spcPts val="0"/>
              </a:spcAft>
              <a:buNone/>
            </a:pPr>
            <a:r>
              <a:t/>
            </a:r>
            <a:endParaRPr/>
          </a:p>
        </p:txBody>
      </p:sp>
      <p:sp>
        <p:nvSpPr>
          <p:cNvPr id="251" name="Google Shape;251;g3b0ef0042ac_0_7"/>
          <p:cNvSpPr txBox="1"/>
          <p:nvPr>
            <p:ph type="title"/>
          </p:nvPr>
        </p:nvSpPr>
        <p:spPr>
          <a:xfrm>
            <a:off x="609680" y="274638"/>
            <a:ext cx="109743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t>
            </a:r>
            <a:endParaRPr/>
          </a:p>
        </p:txBody>
      </p:sp>
      <p:sp>
        <p:nvSpPr>
          <p:cNvPr id="252" name="Google Shape;252;g3b0ef0042ac_0_7"/>
          <p:cNvSpPr txBox="1"/>
          <p:nvPr/>
        </p:nvSpPr>
        <p:spPr>
          <a:xfrm>
            <a:off x="1295571" y="376508"/>
            <a:ext cx="9602400" cy="1303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sz="4400">
                <a:solidFill>
                  <a:srgbClr val="262626"/>
                </a:solidFill>
                <a:latin typeface="Garamond"/>
                <a:ea typeface="Garamond"/>
                <a:cs typeface="Garamond"/>
                <a:sym typeface="Garamond"/>
              </a:rPr>
              <a:t>Literature Survey</a:t>
            </a:r>
            <a:endParaRPr sz="4400">
              <a:solidFill>
                <a:srgbClr val="262626"/>
              </a:solidFill>
              <a:latin typeface="Garamond"/>
              <a:ea typeface="Garamond"/>
              <a:cs typeface="Garamond"/>
              <a:sym typeface="Garamond"/>
            </a:endParaRPr>
          </a:p>
        </p:txBody>
      </p:sp>
      <p:graphicFrame>
        <p:nvGraphicFramePr>
          <p:cNvPr id="253" name="Google Shape;253;g3b0ef0042ac_0_7"/>
          <p:cNvGraphicFramePr/>
          <p:nvPr/>
        </p:nvGraphicFramePr>
        <p:xfrm>
          <a:off x="609679" y="1600200"/>
          <a:ext cx="3000000" cy="3000000"/>
        </p:xfrm>
        <a:graphic>
          <a:graphicData uri="http://schemas.openxmlformats.org/drawingml/2006/table">
            <a:tbl>
              <a:tblPr bandRow="1" firstRow="1">
                <a:noFill/>
                <a:tableStyleId>{AAA3F704-41F7-46FA-8799-904CC67E0FCA}</a:tableStyleId>
              </a:tblPr>
              <a:tblGrid>
                <a:gridCol w="1625800"/>
                <a:gridCol w="1219350"/>
                <a:gridCol w="3556475"/>
                <a:gridCol w="3150000"/>
                <a:gridCol w="1829050"/>
              </a:tblGrid>
              <a:tr h="850900">
                <a:tc>
                  <a:txBody>
                    <a:bodyPr/>
                    <a:lstStyle/>
                    <a:p>
                      <a:pPr indent="0" lvl="0" marL="0" marR="0" rtl="0" algn="l">
                        <a:spcBef>
                          <a:spcPts val="0"/>
                        </a:spcBef>
                        <a:spcAft>
                          <a:spcPts val="0"/>
                        </a:spcAft>
                        <a:buNone/>
                      </a:pPr>
                      <a:r>
                        <a:rPr lang="en-US" sz="1800"/>
                        <a:t>Author</a:t>
                      </a:r>
                      <a:endParaRPr sz="1800"/>
                    </a:p>
                  </a:txBody>
                  <a:tcPr marT="45725" marB="45725" marR="121925" marL="121925"/>
                </a:tc>
                <a:tc>
                  <a:txBody>
                    <a:bodyPr/>
                    <a:lstStyle/>
                    <a:p>
                      <a:pPr indent="0" lvl="0" marL="0" marR="0" rtl="0" algn="l">
                        <a:spcBef>
                          <a:spcPts val="0"/>
                        </a:spcBef>
                        <a:spcAft>
                          <a:spcPts val="0"/>
                        </a:spcAft>
                        <a:buNone/>
                      </a:pPr>
                      <a:r>
                        <a:rPr lang="en-US" sz="1800"/>
                        <a:t>Year</a:t>
                      </a:r>
                      <a:endParaRPr sz="1800"/>
                    </a:p>
                  </a:txBody>
                  <a:tcPr marT="45725" marB="45725" marR="121925" marL="121925"/>
                </a:tc>
                <a:tc>
                  <a:txBody>
                    <a:bodyPr/>
                    <a:lstStyle/>
                    <a:p>
                      <a:pPr indent="0" lvl="0" marL="0" marR="0" rtl="0" algn="l">
                        <a:spcBef>
                          <a:spcPts val="0"/>
                        </a:spcBef>
                        <a:spcAft>
                          <a:spcPts val="0"/>
                        </a:spcAft>
                        <a:buNone/>
                      </a:pPr>
                      <a:r>
                        <a:rPr lang="en-US" sz="1800"/>
                        <a:t>Paper</a:t>
                      </a:r>
                      <a:endParaRPr sz="1800"/>
                    </a:p>
                  </a:txBody>
                  <a:tcPr marT="45725" marB="45725" marR="121925" marL="121925"/>
                </a:tc>
                <a:tc>
                  <a:txBody>
                    <a:bodyPr/>
                    <a:lstStyle/>
                    <a:p>
                      <a:pPr indent="0" lvl="0" marL="0" marR="0" rtl="0" algn="l">
                        <a:spcBef>
                          <a:spcPts val="0"/>
                        </a:spcBef>
                        <a:spcAft>
                          <a:spcPts val="0"/>
                        </a:spcAft>
                        <a:buNone/>
                      </a:pPr>
                      <a:r>
                        <a:rPr lang="en-US" sz="1800"/>
                        <a:t>Algorithm &amp; Features</a:t>
                      </a:r>
                      <a:endParaRPr sz="1800"/>
                    </a:p>
                  </a:txBody>
                  <a:tcPr marT="45725" marB="45725" marR="121925" marL="121925"/>
                </a:tc>
                <a:tc>
                  <a:txBody>
                    <a:bodyPr/>
                    <a:lstStyle/>
                    <a:p>
                      <a:pPr indent="0" lvl="0" marL="0" marR="0" rtl="0" algn="ctr">
                        <a:spcBef>
                          <a:spcPts val="0"/>
                        </a:spcBef>
                        <a:spcAft>
                          <a:spcPts val="0"/>
                        </a:spcAft>
                        <a:buNone/>
                      </a:pPr>
                      <a:r>
                        <a:rPr lang="en-US" sz="1800"/>
                        <a:t>Accuracy</a:t>
                      </a:r>
                      <a:endParaRPr sz="1800"/>
                    </a:p>
                  </a:txBody>
                  <a:tcPr marT="45725" marB="45725" marR="121925" marL="121925"/>
                </a:tc>
              </a:tr>
              <a:tr h="850900">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Manoj Kumar Sharma et al.,</a:t>
                      </a:r>
                      <a:endParaRPr sz="1800"/>
                    </a:p>
                  </a:txBody>
                  <a:tcPr marT="45725" marB="45725" marR="121925" marL="121925"/>
                </a:tc>
                <a:tc>
                  <a:txBody>
                    <a:bodyPr/>
                    <a:lstStyle/>
                    <a:p>
                      <a:pPr indent="0" lvl="0" marL="0" marR="0" rtl="0" algn="l">
                        <a:spcBef>
                          <a:spcPts val="0"/>
                        </a:spcBef>
                        <a:spcAft>
                          <a:spcPts val="0"/>
                        </a:spcAft>
                        <a:buNone/>
                      </a:pPr>
                      <a:r>
                        <a:rPr lang="en-US" sz="1800"/>
                        <a:t>2023</a:t>
                      </a:r>
                      <a:endParaRPr sz="1800"/>
                    </a:p>
                  </a:txBody>
                  <a:tcPr marT="45725" marB="45725" marR="121925" marL="121925"/>
                </a:tc>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Lane Detection Using Convolutional Neural Network And Recurrent Neural Network For Autonomous Vehicles</a:t>
                      </a:r>
                      <a:endParaRPr sz="1800"/>
                    </a:p>
                  </a:txBody>
                  <a:tcPr marT="45725" marB="45725" marR="121925" marL="121925"/>
                </a:tc>
                <a:tc>
                  <a:txBody>
                    <a:bodyPr/>
                    <a:lstStyle/>
                    <a:p>
                      <a:pPr indent="0" lvl="0" marL="0" marR="0" rtl="0" algn="l">
                        <a:spcBef>
                          <a:spcPts val="0"/>
                        </a:spcBef>
                        <a:spcAft>
                          <a:spcPts val="0"/>
                        </a:spcAft>
                        <a:buNone/>
                      </a:pPr>
                      <a:r>
                        <a:rPr lang="en-US" sz="1800">
                          <a:solidFill>
                            <a:srgbClr val="000000"/>
                          </a:solidFill>
                          <a:latin typeface="Garamond"/>
                          <a:ea typeface="Garamond"/>
                          <a:cs typeface="Garamond"/>
                          <a:sym typeface="Garamond"/>
                        </a:rPr>
                        <a:t>The proposed framework is evaluated on both CNN and RNN using a self-created dataset and BDD100K.</a:t>
                      </a:r>
                      <a:endParaRPr sz="1800"/>
                    </a:p>
                  </a:txBody>
                  <a:tcPr marT="45725" marB="45725" marR="121925" marL="121925"/>
                </a:tc>
                <a:tc>
                  <a:txBody>
                    <a:bodyPr/>
                    <a:lstStyle/>
                    <a:p>
                      <a:pPr indent="0" lvl="0" marL="0" marR="0" rtl="0" algn="ctr">
                        <a:spcBef>
                          <a:spcPts val="0"/>
                        </a:spcBef>
                        <a:spcAft>
                          <a:spcPts val="0"/>
                        </a:spcAft>
                        <a:buNone/>
                      </a:pPr>
                      <a:r>
                        <a:rPr b="1" lang="en-US" sz="1800">
                          <a:solidFill>
                            <a:srgbClr val="000000"/>
                          </a:solidFill>
                          <a:latin typeface="Garamond"/>
                          <a:ea typeface="Garamond"/>
                          <a:cs typeface="Garamond"/>
                          <a:sym typeface="Garamond"/>
                        </a:rPr>
                        <a:t>97.91%</a:t>
                      </a:r>
                      <a:r>
                        <a:rPr lang="en-US" sz="1800">
                          <a:solidFill>
                            <a:srgbClr val="000000"/>
                          </a:solidFill>
                          <a:latin typeface="Garamond"/>
                          <a:ea typeface="Garamond"/>
                          <a:cs typeface="Garamond"/>
                          <a:sym typeface="Garamond"/>
                        </a:rPr>
                        <a:t> </a:t>
                      </a:r>
                      <a:endParaRPr sz="1800"/>
                    </a:p>
                  </a:txBody>
                  <a:tcPr marT="45725" marB="45725" marR="121925" marL="121925"/>
                </a:tc>
              </a:tr>
              <a:tr h="850900">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Rustam Abdrakhmanov et al.,</a:t>
                      </a:r>
                      <a:endParaRPr sz="1800"/>
                    </a:p>
                  </a:txBody>
                  <a:tcPr marT="45725" marB="45725" marR="121925" marL="121925"/>
                </a:tc>
                <a:tc>
                  <a:txBody>
                    <a:bodyPr/>
                    <a:lstStyle/>
                    <a:p>
                      <a:pPr indent="0" lvl="0" marL="0" marR="0" rtl="0" algn="l">
                        <a:spcBef>
                          <a:spcPts val="0"/>
                        </a:spcBef>
                        <a:spcAft>
                          <a:spcPts val="0"/>
                        </a:spcAft>
                        <a:buNone/>
                      </a:pPr>
                      <a:r>
                        <a:rPr lang="en-US" sz="1800"/>
                        <a:t> 2023</a:t>
                      </a:r>
                      <a:endParaRPr sz="1800"/>
                    </a:p>
                  </a:txBody>
                  <a:tcPr marT="45725" marB="45725" marR="121925" marL="121925"/>
                </a:tc>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Mask R-CNN Approach to Real-Time Lane Detection for Autonomous Vehicles</a:t>
                      </a:r>
                      <a:endParaRPr sz="1800"/>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Garamond"/>
                        <a:buNone/>
                      </a:pPr>
                      <a:r>
                        <a:rPr lang="en-US" sz="1800">
                          <a:solidFill>
                            <a:srgbClr val="000000"/>
                          </a:solidFill>
                          <a:latin typeface="Garamond"/>
                          <a:ea typeface="Garamond"/>
                          <a:cs typeface="Garamond"/>
                          <a:sym typeface="Garamond"/>
                        </a:rPr>
                        <a:t>the Mask R-CNN-based approach, making it an ideal solution for real-time implementation in autonomous vehicles for safe and efficient navigation.</a:t>
                      </a:r>
                      <a:endParaRPr/>
                    </a:p>
                    <a:p>
                      <a:pPr indent="0" lvl="0" marL="0" marR="0" rtl="0" algn="l">
                        <a:spcBef>
                          <a:spcPts val="0"/>
                        </a:spcBef>
                        <a:spcAft>
                          <a:spcPts val="0"/>
                        </a:spcAft>
                        <a:buNone/>
                      </a:pPr>
                      <a:r>
                        <a:t/>
                      </a:r>
                      <a:endParaRPr sz="1800"/>
                    </a:p>
                  </a:txBody>
                  <a:tcPr marT="45725" marB="45725" marR="121925" marL="121925"/>
                </a:tc>
                <a:tc>
                  <a:txBody>
                    <a:bodyPr/>
                    <a:lstStyle/>
                    <a:p>
                      <a:pPr indent="0" lvl="0" marL="0" marR="0" rtl="0" algn="ctr">
                        <a:spcBef>
                          <a:spcPts val="0"/>
                        </a:spcBef>
                        <a:spcAft>
                          <a:spcPts val="0"/>
                        </a:spcAft>
                        <a:buNone/>
                      </a:pPr>
                      <a:r>
                        <a:rPr lang="en-US" sz="1800"/>
                        <a:t>97.25%</a:t>
                      </a:r>
                      <a:endParaRPr sz="1800"/>
                    </a:p>
                  </a:txBody>
                  <a:tcPr marT="45725" marB="45725" marR="121925" marL="1219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b0ef0042ac_0_14"/>
          <p:cNvSpPr txBox="1"/>
          <p:nvPr>
            <p:ph idx="1" type="body"/>
          </p:nvPr>
        </p:nvSpPr>
        <p:spPr>
          <a:xfrm>
            <a:off x="609680" y="1481329"/>
            <a:ext cx="10974300" cy="4526100"/>
          </a:xfrm>
          <a:prstGeom prst="rect">
            <a:avLst/>
          </a:prstGeom>
        </p:spPr>
        <p:txBody>
          <a:bodyPr anchorCtr="0" anchor="t" bIns="45700" lIns="91425" spcFirstLastPara="1" rIns="91425" wrap="square" tIns="45700">
            <a:normAutofit/>
          </a:bodyPr>
          <a:lstStyle/>
          <a:p>
            <a:pPr indent="0" lvl="0" marL="0" rtl="0" algn="l">
              <a:spcBef>
                <a:spcPts val="400"/>
              </a:spcBef>
              <a:spcAft>
                <a:spcPts val="0"/>
              </a:spcAft>
              <a:buNone/>
            </a:pPr>
            <a:r>
              <a:t/>
            </a:r>
            <a:endParaRPr/>
          </a:p>
        </p:txBody>
      </p:sp>
      <p:sp>
        <p:nvSpPr>
          <p:cNvPr id="259" name="Google Shape;259;g3b0ef0042ac_0_14"/>
          <p:cNvSpPr txBox="1"/>
          <p:nvPr>
            <p:ph type="title"/>
          </p:nvPr>
        </p:nvSpPr>
        <p:spPr>
          <a:xfrm>
            <a:off x="609680" y="274638"/>
            <a:ext cx="109743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t>
            </a:r>
            <a:endParaRPr/>
          </a:p>
        </p:txBody>
      </p:sp>
      <p:sp>
        <p:nvSpPr>
          <p:cNvPr id="260" name="Google Shape;260;g3b0ef0042ac_0_14"/>
          <p:cNvSpPr txBox="1"/>
          <p:nvPr/>
        </p:nvSpPr>
        <p:spPr>
          <a:xfrm>
            <a:off x="1295571" y="424008"/>
            <a:ext cx="9602400" cy="1303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sz="4400">
                <a:solidFill>
                  <a:srgbClr val="262626"/>
                </a:solidFill>
                <a:latin typeface="Garamond"/>
                <a:ea typeface="Garamond"/>
                <a:cs typeface="Garamond"/>
                <a:sym typeface="Garamond"/>
              </a:rPr>
              <a:t>Literature Survey</a:t>
            </a:r>
            <a:endParaRPr sz="4400">
              <a:solidFill>
                <a:srgbClr val="262626"/>
              </a:solidFill>
              <a:latin typeface="Garamond"/>
              <a:ea typeface="Garamond"/>
              <a:cs typeface="Garamond"/>
              <a:sym typeface="Garamond"/>
            </a:endParaRPr>
          </a:p>
        </p:txBody>
      </p:sp>
      <p:graphicFrame>
        <p:nvGraphicFramePr>
          <p:cNvPr id="261" name="Google Shape;261;g3b0ef0042ac_0_14"/>
          <p:cNvGraphicFramePr/>
          <p:nvPr/>
        </p:nvGraphicFramePr>
        <p:xfrm>
          <a:off x="609679" y="1600200"/>
          <a:ext cx="3000000" cy="3000000"/>
        </p:xfrm>
        <a:graphic>
          <a:graphicData uri="http://schemas.openxmlformats.org/drawingml/2006/table">
            <a:tbl>
              <a:tblPr bandRow="1" firstRow="1">
                <a:noFill/>
                <a:tableStyleId>{AAA3F704-41F7-46FA-8799-904CC67E0FCA}</a:tableStyleId>
              </a:tblPr>
              <a:tblGrid>
                <a:gridCol w="1625800"/>
                <a:gridCol w="1219350"/>
                <a:gridCol w="3556475"/>
                <a:gridCol w="3150000"/>
                <a:gridCol w="1829050"/>
              </a:tblGrid>
              <a:tr h="850900">
                <a:tc>
                  <a:txBody>
                    <a:bodyPr/>
                    <a:lstStyle/>
                    <a:p>
                      <a:pPr indent="0" lvl="0" marL="0" marR="0" rtl="0" algn="l">
                        <a:spcBef>
                          <a:spcPts val="0"/>
                        </a:spcBef>
                        <a:spcAft>
                          <a:spcPts val="0"/>
                        </a:spcAft>
                        <a:buNone/>
                      </a:pPr>
                      <a:r>
                        <a:rPr lang="en-US" sz="1800"/>
                        <a:t>Author</a:t>
                      </a:r>
                      <a:endParaRPr sz="1800"/>
                    </a:p>
                  </a:txBody>
                  <a:tcPr marT="45725" marB="45725" marR="121925" marL="121925"/>
                </a:tc>
                <a:tc>
                  <a:txBody>
                    <a:bodyPr/>
                    <a:lstStyle/>
                    <a:p>
                      <a:pPr indent="0" lvl="0" marL="0" marR="0" rtl="0" algn="l">
                        <a:spcBef>
                          <a:spcPts val="0"/>
                        </a:spcBef>
                        <a:spcAft>
                          <a:spcPts val="0"/>
                        </a:spcAft>
                        <a:buNone/>
                      </a:pPr>
                      <a:r>
                        <a:rPr lang="en-US" sz="1800"/>
                        <a:t>Year</a:t>
                      </a:r>
                      <a:endParaRPr sz="1800"/>
                    </a:p>
                  </a:txBody>
                  <a:tcPr marT="45725" marB="45725" marR="121925" marL="121925"/>
                </a:tc>
                <a:tc>
                  <a:txBody>
                    <a:bodyPr/>
                    <a:lstStyle/>
                    <a:p>
                      <a:pPr indent="0" lvl="0" marL="0" marR="0" rtl="0" algn="l">
                        <a:spcBef>
                          <a:spcPts val="0"/>
                        </a:spcBef>
                        <a:spcAft>
                          <a:spcPts val="0"/>
                        </a:spcAft>
                        <a:buNone/>
                      </a:pPr>
                      <a:r>
                        <a:rPr lang="en-US" sz="1800"/>
                        <a:t>Paper</a:t>
                      </a:r>
                      <a:endParaRPr sz="1800"/>
                    </a:p>
                  </a:txBody>
                  <a:tcPr marT="45725" marB="45725" marR="121925" marL="121925"/>
                </a:tc>
                <a:tc>
                  <a:txBody>
                    <a:bodyPr/>
                    <a:lstStyle/>
                    <a:p>
                      <a:pPr indent="0" lvl="0" marL="0" marR="0" rtl="0" algn="l">
                        <a:spcBef>
                          <a:spcPts val="0"/>
                        </a:spcBef>
                        <a:spcAft>
                          <a:spcPts val="0"/>
                        </a:spcAft>
                        <a:buNone/>
                      </a:pPr>
                      <a:r>
                        <a:rPr lang="en-US" sz="1800"/>
                        <a:t>Algorithm &amp; Features</a:t>
                      </a:r>
                      <a:endParaRPr sz="1800"/>
                    </a:p>
                  </a:txBody>
                  <a:tcPr marT="45725" marB="45725" marR="121925" marL="121925"/>
                </a:tc>
                <a:tc>
                  <a:txBody>
                    <a:bodyPr/>
                    <a:lstStyle/>
                    <a:p>
                      <a:pPr indent="0" lvl="0" marL="0" marR="0" rtl="0" algn="ctr">
                        <a:spcBef>
                          <a:spcPts val="0"/>
                        </a:spcBef>
                        <a:spcAft>
                          <a:spcPts val="0"/>
                        </a:spcAft>
                        <a:buNone/>
                      </a:pPr>
                      <a:r>
                        <a:rPr lang="en-US" sz="1800"/>
                        <a:t>Accuracy</a:t>
                      </a:r>
                      <a:endParaRPr sz="1800"/>
                    </a:p>
                  </a:txBody>
                  <a:tcPr marT="45725" marB="45725" marR="121925" marL="121925"/>
                </a:tc>
              </a:tr>
              <a:tr h="850900">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Fareha Tabassum et al.,</a:t>
                      </a:r>
                      <a:endParaRPr sz="1800"/>
                    </a:p>
                  </a:txBody>
                  <a:tcPr marT="45725" marB="45725" marR="121925" marL="121925"/>
                </a:tc>
                <a:tc>
                  <a:txBody>
                    <a:bodyPr/>
                    <a:lstStyle/>
                    <a:p>
                      <a:pPr indent="0" lvl="0" marL="0" marR="0" rtl="0" algn="l">
                        <a:spcBef>
                          <a:spcPts val="0"/>
                        </a:spcBef>
                        <a:spcAft>
                          <a:spcPts val="0"/>
                        </a:spcAft>
                        <a:buNone/>
                      </a:pPr>
                      <a:r>
                        <a:rPr lang="en-US" sz="1800"/>
                        <a:t>2023</a:t>
                      </a:r>
                      <a:endParaRPr sz="1800"/>
                    </a:p>
                  </a:txBody>
                  <a:tcPr marT="45725" marB="45725" marR="121925" marL="121925"/>
                </a:tc>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Road Lane Line Detection System by Using Deep Learning</a:t>
                      </a:r>
                      <a:endParaRPr sz="1800"/>
                    </a:p>
                  </a:txBody>
                  <a:tcPr marT="45725" marB="45725" marR="121925" marL="121925"/>
                </a:tc>
                <a:tc>
                  <a:txBody>
                    <a:bodyPr/>
                    <a:lstStyle/>
                    <a:p>
                      <a:pPr indent="0" lvl="0" marL="0" marR="0" rtl="0" algn="l">
                        <a:spcBef>
                          <a:spcPts val="0"/>
                        </a:spcBef>
                        <a:spcAft>
                          <a:spcPts val="0"/>
                        </a:spcAft>
                        <a:buNone/>
                      </a:pPr>
                      <a:r>
                        <a:rPr b="1" lang="en-US" sz="1800" u="sng">
                          <a:solidFill>
                            <a:srgbClr val="000000"/>
                          </a:solidFill>
                          <a:latin typeface="Garamond"/>
                          <a:ea typeface="Garamond"/>
                          <a:cs typeface="Garamond"/>
                          <a:sym typeface="Garamond"/>
                        </a:rPr>
                        <a:t>Hough line transform</a:t>
                      </a:r>
                      <a:r>
                        <a:rPr lang="en-US" sz="1800">
                          <a:solidFill>
                            <a:srgbClr val="000000"/>
                          </a:solidFill>
                          <a:latin typeface="Garamond"/>
                          <a:ea typeface="Garamond"/>
                          <a:cs typeface="Garamond"/>
                          <a:sym typeface="Garamond"/>
                        </a:rPr>
                        <a:t> to detect and draw lanes, ultimately creating a blended image for improved lane visualization. It uses</a:t>
                      </a:r>
                      <a:r>
                        <a:rPr lang="en-US" sz="1800">
                          <a:solidFill>
                            <a:srgbClr val="000000"/>
                          </a:solidFill>
                          <a:latin typeface="Garamond"/>
                          <a:ea typeface="Garamond"/>
                          <a:cs typeface="Garamond"/>
                          <a:sym typeface="Garamond"/>
                        </a:rPr>
                        <a:t> </a:t>
                      </a:r>
                      <a:r>
                        <a:rPr b="1" lang="en-US" sz="1800">
                          <a:solidFill>
                            <a:srgbClr val="000000"/>
                          </a:solidFill>
                          <a:latin typeface="Garamond"/>
                          <a:ea typeface="Garamond"/>
                          <a:cs typeface="Garamond"/>
                          <a:sym typeface="Garamond"/>
                        </a:rPr>
                        <a:t>CNN and RNN Algorithms in this system.</a:t>
                      </a:r>
                      <a:endParaRPr sz="1800">
                        <a:solidFill>
                          <a:srgbClr val="000000"/>
                        </a:solidFill>
                        <a:latin typeface="Garamond"/>
                        <a:ea typeface="Garamond"/>
                        <a:cs typeface="Garamond"/>
                        <a:sym typeface="Garamond"/>
                      </a:endParaRPr>
                    </a:p>
                  </a:txBody>
                  <a:tcPr marT="45725" marB="45725" marR="121925" marL="121925"/>
                </a:tc>
                <a:tc>
                  <a:txBody>
                    <a:bodyPr/>
                    <a:lstStyle/>
                    <a:p>
                      <a:pPr indent="0" lvl="0" marL="0" marR="0" rtl="0" algn="ctr">
                        <a:spcBef>
                          <a:spcPts val="0"/>
                        </a:spcBef>
                        <a:spcAft>
                          <a:spcPts val="0"/>
                        </a:spcAft>
                        <a:buNone/>
                      </a:pPr>
                      <a:r>
                        <a:rPr b="1" lang="en-US" sz="1800">
                          <a:solidFill>
                            <a:srgbClr val="000000"/>
                          </a:solidFill>
                          <a:latin typeface="Garamond"/>
                          <a:ea typeface="Garamond"/>
                          <a:cs typeface="Garamond"/>
                          <a:sym typeface="Garamond"/>
                        </a:rPr>
                        <a:t>93.8%</a:t>
                      </a:r>
                      <a:r>
                        <a:rPr lang="en-US" sz="1800">
                          <a:solidFill>
                            <a:srgbClr val="000000"/>
                          </a:solidFill>
                          <a:latin typeface="Garamond"/>
                          <a:ea typeface="Garamond"/>
                          <a:cs typeface="Garamond"/>
                          <a:sym typeface="Garamond"/>
                        </a:rPr>
                        <a:t> </a:t>
                      </a:r>
                      <a:endParaRPr sz="1800"/>
                    </a:p>
                  </a:txBody>
                  <a:tcPr marT="45725" marB="45725" marR="121925" marL="121925"/>
                </a:tc>
              </a:tr>
              <a:tr h="850900">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Raviteja</a:t>
                      </a:r>
                      <a:r>
                        <a:rPr b="1" lang="en-US" sz="1800">
                          <a:solidFill>
                            <a:srgbClr val="000000"/>
                          </a:solidFill>
                          <a:latin typeface="Garamond"/>
                          <a:ea typeface="Garamond"/>
                          <a:cs typeface="Garamond"/>
                          <a:sym typeface="Garamond"/>
                        </a:rPr>
                        <a:t> et al.,</a:t>
                      </a:r>
                      <a:endParaRPr sz="1800"/>
                    </a:p>
                  </a:txBody>
                  <a:tcPr marT="45725" marB="45725" marR="121925" marL="121925"/>
                </a:tc>
                <a:tc>
                  <a:txBody>
                    <a:bodyPr/>
                    <a:lstStyle/>
                    <a:p>
                      <a:pPr indent="0" lvl="0" marL="0" marR="0" rtl="0" algn="l">
                        <a:spcBef>
                          <a:spcPts val="0"/>
                        </a:spcBef>
                        <a:spcAft>
                          <a:spcPts val="0"/>
                        </a:spcAft>
                        <a:buNone/>
                      </a:pPr>
                      <a:r>
                        <a:rPr lang="en-US" sz="1800"/>
                        <a:t> 2023</a:t>
                      </a:r>
                      <a:endParaRPr sz="1800"/>
                    </a:p>
                  </a:txBody>
                  <a:tcPr marT="45725" marB="45725" marR="121925" marL="121925"/>
                </a:tc>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Modelling a deep network using CNN and RNN for accident classification</a:t>
                      </a:r>
                      <a:endParaRPr sz="1800"/>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Garamond"/>
                        <a:buNone/>
                      </a:pPr>
                      <a:r>
                        <a:rPr lang="en-US" sz="1800">
                          <a:solidFill>
                            <a:srgbClr val="000000"/>
                          </a:solidFill>
                          <a:latin typeface="Garamond"/>
                          <a:ea typeface="Garamond"/>
                          <a:cs typeface="Garamond"/>
                          <a:sym typeface="Garamond"/>
                        </a:rPr>
                        <a:t>The proposed D-RNN then analyzes feature representation from sample bags, achieving a superior trade-off in classification.</a:t>
                      </a:r>
                      <a:endParaRPr sz="1800"/>
                    </a:p>
                  </a:txBody>
                  <a:tcPr marT="45725" marB="45725" marR="121925" marL="121925"/>
                </a:tc>
                <a:tc>
                  <a:txBody>
                    <a:bodyPr/>
                    <a:lstStyle/>
                    <a:p>
                      <a:pPr indent="0" lvl="0" marL="0" marR="0" rtl="0" algn="ctr">
                        <a:spcBef>
                          <a:spcPts val="0"/>
                        </a:spcBef>
                        <a:spcAft>
                          <a:spcPts val="0"/>
                        </a:spcAft>
                        <a:buNone/>
                      </a:pPr>
                      <a:r>
                        <a:rPr lang="en-US" sz="1800"/>
                        <a:t>92.9%</a:t>
                      </a:r>
                      <a:endParaRPr sz="1800"/>
                    </a:p>
                  </a:txBody>
                  <a:tcPr marT="45725" marB="45725" marR="121925" marL="1219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b0ef0042ac_0_21"/>
          <p:cNvSpPr txBox="1"/>
          <p:nvPr>
            <p:ph idx="1" type="body"/>
          </p:nvPr>
        </p:nvSpPr>
        <p:spPr>
          <a:xfrm>
            <a:off x="609680" y="1481329"/>
            <a:ext cx="10974300" cy="4526100"/>
          </a:xfrm>
          <a:prstGeom prst="rect">
            <a:avLst/>
          </a:prstGeom>
        </p:spPr>
        <p:txBody>
          <a:bodyPr anchorCtr="0" anchor="t" bIns="45700" lIns="91425" spcFirstLastPara="1" rIns="91425" wrap="square" tIns="45700">
            <a:normAutofit/>
          </a:bodyPr>
          <a:lstStyle/>
          <a:p>
            <a:pPr indent="0" lvl="0" marL="0" rtl="0" algn="l">
              <a:spcBef>
                <a:spcPts val="400"/>
              </a:spcBef>
              <a:spcAft>
                <a:spcPts val="0"/>
              </a:spcAft>
              <a:buNone/>
            </a:pPr>
            <a:r>
              <a:t/>
            </a:r>
            <a:endParaRPr/>
          </a:p>
        </p:txBody>
      </p:sp>
      <p:sp>
        <p:nvSpPr>
          <p:cNvPr id="267" name="Google Shape;267;g3b0ef0042ac_0_21"/>
          <p:cNvSpPr txBox="1"/>
          <p:nvPr>
            <p:ph type="title"/>
          </p:nvPr>
        </p:nvSpPr>
        <p:spPr>
          <a:xfrm>
            <a:off x="609680" y="274638"/>
            <a:ext cx="109743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t>
            </a:r>
            <a:endParaRPr/>
          </a:p>
        </p:txBody>
      </p:sp>
      <p:sp>
        <p:nvSpPr>
          <p:cNvPr id="268" name="Google Shape;268;g3b0ef0042ac_0_21"/>
          <p:cNvSpPr txBox="1"/>
          <p:nvPr/>
        </p:nvSpPr>
        <p:spPr>
          <a:xfrm>
            <a:off x="1295571" y="424008"/>
            <a:ext cx="9602400" cy="1303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sz="4400">
                <a:solidFill>
                  <a:srgbClr val="262626"/>
                </a:solidFill>
                <a:latin typeface="Garamond"/>
                <a:ea typeface="Garamond"/>
                <a:cs typeface="Garamond"/>
                <a:sym typeface="Garamond"/>
              </a:rPr>
              <a:t>Literature Survey</a:t>
            </a:r>
            <a:endParaRPr sz="4400">
              <a:solidFill>
                <a:srgbClr val="262626"/>
              </a:solidFill>
              <a:latin typeface="Garamond"/>
              <a:ea typeface="Garamond"/>
              <a:cs typeface="Garamond"/>
              <a:sym typeface="Garamond"/>
            </a:endParaRPr>
          </a:p>
        </p:txBody>
      </p:sp>
      <p:graphicFrame>
        <p:nvGraphicFramePr>
          <p:cNvPr id="269" name="Google Shape;269;g3b0ef0042ac_0_21"/>
          <p:cNvGraphicFramePr/>
          <p:nvPr/>
        </p:nvGraphicFramePr>
        <p:xfrm>
          <a:off x="609679" y="1600200"/>
          <a:ext cx="3000000" cy="3000000"/>
        </p:xfrm>
        <a:graphic>
          <a:graphicData uri="http://schemas.openxmlformats.org/drawingml/2006/table">
            <a:tbl>
              <a:tblPr bandRow="1" firstRow="1">
                <a:noFill/>
                <a:tableStyleId>{AAA3F704-41F7-46FA-8799-904CC67E0FCA}</a:tableStyleId>
              </a:tblPr>
              <a:tblGrid>
                <a:gridCol w="1625800"/>
                <a:gridCol w="1219350"/>
                <a:gridCol w="3556475"/>
                <a:gridCol w="3150000"/>
                <a:gridCol w="1829050"/>
              </a:tblGrid>
              <a:tr h="850900">
                <a:tc>
                  <a:txBody>
                    <a:bodyPr/>
                    <a:lstStyle/>
                    <a:p>
                      <a:pPr indent="0" lvl="0" marL="0" marR="0" rtl="0" algn="l">
                        <a:spcBef>
                          <a:spcPts val="0"/>
                        </a:spcBef>
                        <a:spcAft>
                          <a:spcPts val="0"/>
                        </a:spcAft>
                        <a:buNone/>
                      </a:pPr>
                      <a:r>
                        <a:rPr lang="en-US" sz="1800"/>
                        <a:t>Author</a:t>
                      </a:r>
                      <a:endParaRPr sz="1800"/>
                    </a:p>
                  </a:txBody>
                  <a:tcPr marT="45725" marB="45725" marR="121925" marL="121925"/>
                </a:tc>
                <a:tc>
                  <a:txBody>
                    <a:bodyPr/>
                    <a:lstStyle/>
                    <a:p>
                      <a:pPr indent="0" lvl="0" marL="0" marR="0" rtl="0" algn="l">
                        <a:spcBef>
                          <a:spcPts val="0"/>
                        </a:spcBef>
                        <a:spcAft>
                          <a:spcPts val="0"/>
                        </a:spcAft>
                        <a:buNone/>
                      </a:pPr>
                      <a:r>
                        <a:rPr lang="en-US" sz="1800"/>
                        <a:t>Year</a:t>
                      </a:r>
                      <a:endParaRPr sz="1800"/>
                    </a:p>
                  </a:txBody>
                  <a:tcPr marT="45725" marB="45725" marR="121925" marL="121925"/>
                </a:tc>
                <a:tc>
                  <a:txBody>
                    <a:bodyPr/>
                    <a:lstStyle/>
                    <a:p>
                      <a:pPr indent="0" lvl="0" marL="0" marR="0" rtl="0" algn="l">
                        <a:spcBef>
                          <a:spcPts val="0"/>
                        </a:spcBef>
                        <a:spcAft>
                          <a:spcPts val="0"/>
                        </a:spcAft>
                        <a:buNone/>
                      </a:pPr>
                      <a:r>
                        <a:rPr lang="en-US" sz="1800"/>
                        <a:t>Paper</a:t>
                      </a:r>
                      <a:endParaRPr sz="1800"/>
                    </a:p>
                  </a:txBody>
                  <a:tcPr marT="45725" marB="45725" marR="121925" marL="121925"/>
                </a:tc>
                <a:tc>
                  <a:txBody>
                    <a:bodyPr/>
                    <a:lstStyle/>
                    <a:p>
                      <a:pPr indent="0" lvl="0" marL="0" marR="0" rtl="0" algn="l">
                        <a:spcBef>
                          <a:spcPts val="0"/>
                        </a:spcBef>
                        <a:spcAft>
                          <a:spcPts val="0"/>
                        </a:spcAft>
                        <a:buNone/>
                      </a:pPr>
                      <a:r>
                        <a:rPr lang="en-US" sz="1800"/>
                        <a:t>Algorithm &amp; Features</a:t>
                      </a:r>
                      <a:endParaRPr sz="1800"/>
                    </a:p>
                  </a:txBody>
                  <a:tcPr marT="45725" marB="45725" marR="121925" marL="121925"/>
                </a:tc>
                <a:tc>
                  <a:txBody>
                    <a:bodyPr/>
                    <a:lstStyle/>
                    <a:p>
                      <a:pPr indent="0" lvl="0" marL="0" marR="0" rtl="0" algn="ctr">
                        <a:spcBef>
                          <a:spcPts val="0"/>
                        </a:spcBef>
                        <a:spcAft>
                          <a:spcPts val="0"/>
                        </a:spcAft>
                        <a:buNone/>
                      </a:pPr>
                      <a:r>
                        <a:rPr lang="en-US" sz="1800"/>
                        <a:t>Accuracy</a:t>
                      </a:r>
                      <a:endParaRPr sz="1800"/>
                    </a:p>
                  </a:txBody>
                  <a:tcPr marT="45725" marB="45725" marR="121925" marL="121925"/>
                </a:tc>
              </a:tr>
              <a:tr h="850900">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Zhang et al.,</a:t>
                      </a:r>
                      <a:endParaRPr sz="1800"/>
                    </a:p>
                  </a:txBody>
                  <a:tcPr marT="45725" marB="45725" marR="121925" marL="121925"/>
                </a:tc>
                <a:tc>
                  <a:txBody>
                    <a:bodyPr/>
                    <a:lstStyle/>
                    <a:p>
                      <a:pPr indent="0" lvl="0" marL="0" marR="0" rtl="0" algn="l">
                        <a:spcBef>
                          <a:spcPts val="0"/>
                        </a:spcBef>
                        <a:spcAft>
                          <a:spcPts val="0"/>
                        </a:spcAft>
                        <a:buNone/>
                      </a:pPr>
                      <a:r>
                        <a:rPr lang="en-US" sz="1800"/>
                        <a:t>2019</a:t>
                      </a:r>
                      <a:endParaRPr sz="1800"/>
                    </a:p>
                  </a:txBody>
                  <a:tcPr marT="45725" marB="45725" marR="121925" marL="121925"/>
                </a:tc>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A Fast Learning Method for Accurate and Robust Lane Detection Using Two-Stage Feature Extraction with YOLO v3</a:t>
                      </a:r>
                      <a:endParaRPr sz="1800"/>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Garamond"/>
                        <a:buNone/>
                      </a:pPr>
                      <a:r>
                        <a:rPr lang="en-US" sz="1800">
                          <a:solidFill>
                            <a:srgbClr val="000000"/>
                          </a:solidFill>
                          <a:latin typeface="Garamond"/>
                          <a:ea typeface="Garamond"/>
                          <a:cs typeface="Garamond"/>
                          <a:sym typeface="Garamond"/>
                        </a:rPr>
                        <a:t>Proposed is a two-stage</a:t>
                      </a:r>
                      <a:r>
                        <a:rPr b="1" lang="en-US" sz="1800" u="sng">
                          <a:solidFill>
                            <a:srgbClr val="000000"/>
                          </a:solidFill>
                          <a:latin typeface="Garamond"/>
                          <a:ea typeface="Garamond"/>
                          <a:cs typeface="Garamond"/>
                          <a:sym typeface="Garamond"/>
                        </a:rPr>
                        <a:t> YOLO v3-based adaptive lane feature learning algorithm,</a:t>
                      </a:r>
                      <a:r>
                        <a:rPr b="1" lang="en-US" sz="1800">
                          <a:solidFill>
                            <a:srgbClr val="000000"/>
                          </a:solidFill>
                          <a:latin typeface="Garamond"/>
                          <a:ea typeface="Garamond"/>
                          <a:cs typeface="Garamond"/>
                          <a:sym typeface="Garamond"/>
                        </a:rPr>
                        <a:t> </a:t>
                      </a:r>
                      <a:r>
                        <a:rPr lang="en-US" sz="1800">
                          <a:solidFill>
                            <a:srgbClr val="000000"/>
                          </a:solidFill>
                          <a:latin typeface="Garamond"/>
                          <a:ea typeface="Garamond"/>
                          <a:cs typeface="Garamond"/>
                          <a:sym typeface="Garamond"/>
                        </a:rPr>
                        <a:t>modifying structural parameters for lane detection. </a:t>
                      </a:r>
                      <a:endParaRPr/>
                    </a:p>
                    <a:p>
                      <a:pPr indent="0" lvl="0" marL="0" marR="0" rtl="0" algn="l">
                        <a:spcBef>
                          <a:spcPts val="0"/>
                        </a:spcBef>
                        <a:spcAft>
                          <a:spcPts val="0"/>
                        </a:spcAft>
                        <a:buNone/>
                      </a:pPr>
                      <a:r>
                        <a:t/>
                      </a:r>
                      <a:endParaRPr sz="1800">
                        <a:solidFill>
                          <a:srgbClr val="000000"/>
                        </a:solidFill>
                        <a:latin typeface="Garamond"/>
                        <a:ea typeface="Garamond"/>
                        <a:cs typeface="Garamond"/>
                        <a:sym typeface="Garamond"/>
                      </a:endParaRPr>
                    </a:p>
                  </a:txBody>
                  <a:tcPr marT="45725" marB="45725" marR="121925" marL="121925"/>
                </a:tc>
                <a:tc>
                  <a:txBody>
                    <a:bodyPr/>
                    <a:lstStyle/>
                    <a:p>
                      <a:pPr indent="0" lvl="0" marL="0" marR="0" rtl="0" algn="ctr">
                        <a:spcBef>
                          <a:spcPts val="0"/>
                        </a:spcBef>
                        <a:spcAft>
                          <a:spcPts val="0"/>
                        </a:spcAft>
                        <a:buNone/>
                      </a:pPr>
                      <a:r>
                        <a:rPr b="1" lang="en-US" sz="1800">
                          <a:solidFill>
                            <a:srgbClr val="000000"/>
                          </a:solidFill>
                          <a:latin typeface="Garamond"/>
                          <a:ea typeface="Garamond"/>
                          <a:cs typeface="Garamond"/>
                          <a:sym typeface="Garamond"/>
                        </a:rPr>
                        <a:t>96.2%</a:t>
                      </a:r>
                      <a:endParaRPr sz="1800"/>
                    </a:p>
                  </a:txBody>
                  <a:tcPr marT="45725" marB="45725" marR="121925" marL="121925"/>
                </a:tc>
              </a:tr>
              <a:tr h="850900">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Wang et al.,</a:t>
                      </a:r>
                      <a:endParaRPr sz="1800"/>
                    </a:p>
                  </a:txBody>
                  <a:tcPr marT="45725" marB="45725" marR="121925" marL="121925"/>
                </a:tc>
                <a:tc>
                  <a:txBody>
                    <a:bodyPr/>
                    <a:lstStyle/>
                    <a:p>
                      <a:pPr indent="0" lvl="0" marL="0" marR="0" rtl="0" algn="l">
                        <a:spcBef>
                          <a:spcPts val="0"/>
                        </a:spcBef>
                        <a:spcAft>
                          <a:spcPts val="0"/>
                        </a:spcAft>
                        <a:buNone/>
                      </a:pPr>
                      <a:r>
                        <a:rPr lang="en-US" sz="1800"/>
                        <a:t> 2020</a:t>
                      </a:r>
                      <a:endParaRPr sz="1800"/>
                    </a:p>
                  </a:txBody>
                  <a:tcPr marT="45725" marB="45725" marR="121925" marL="121925"/>
                </a:tc>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CNN based lane detection with instance segmentation in edge-cloud computing</a:t>
                      </a:r>
                      <a:endParaRPr sz="1800"/>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Garamond"/>
                        <a:buNone/>
                      </a:pPr>
                      <a:r>
                        <a:rPr lang="en-US" sz="1800">
                          <a:solidFill>
                            <a:srgbClr val="000000"/>
                          </a:solidFill>
                          <a:latin typeface="Garamond"/>
                          <a:ea typeface="Garamond"/>
                          <a:cs typeface="Garamond"/>
                          <a:sym typeface="Garamond"/>
                        </a:rPr>
                        <a:t>Proposes a dual model using convolutional neural networks for improved lane detection in varying scenarios, combining </a:t>
                      </a:r>
                      <a:r>
                        <a:rPr b="1" lang="en-US" sz="1800" u="sng">
                          <a:solidFill>
                            <a:srgbClr val="000000"/>
                          </a:solidFill>
                          <a:latin typeface="Garamond"/>
                          <a:ea typeface="Garamond"/>
                          <a:cs typeface="Garamond"/>
                          <a:sym typeface="Garamond"/>
                        </a:rPr>
                        <a:t>edge-cloud computing to enhance data processing efficiency</a:t>
                      </a:r>
                      <a:r>
                        <a:rPr lang="en-US" sz="1800">
                          <a:solidFill>
                            <a:srgbClr val="000000"/>
                          </a:solidFill>
                          <a:latin typeface="Garamond"/>
                          <a:ea typeface="Garamond"/>
                          <a:cs typeface="Garamond"/>
                          <a:sym typeface="Garamond"/>
                        </a:rPr>
                        <a:t>. </a:t>
                      </a:r>
                      <a:endParaRPr/>
                    </a:p>
                    <a:p>
                      <a:pPr indent="0" lvl="0" marL="0" marR="0" rtl="0" algn="l">
                        <a:lnSpc>
                          <a:spcPct val="100000"/>
                        </a:lnSpc>
                        <a:spcBef>
                          <a:spcPts val="0"/>
                        </a:spcBef>
                        <a:spcAft>
                          <a:spcPts val="0"/>
                        </a:spcAft>
                        <a:buClr>
                          <a:srgbClr val="000000"/>
                        </a:buClr>
                        <a:buSzPts val="1800"/>
                        <a:buFont typeface="Garamond"/>
                        <a:buNone/>
                      </a:pPr>
                      <a:r>
                        <a:t/>
                      </a:r>
                      <a:endParaRPr sz="1800"/>
                    </a:p>
                  </a:txBody>
                  <a:tcPr marT="45725" marB="45725" marR="121925" marL="121925"/>
                </a:tc>
                <a:tc>
                  <a:txBody>
                    <a:bodyPr/>
                    <a:lstStyle/>
                    <a:p>
                      <a:pPr indent="0" lvl="0" marL="0" marR="0" rtl="0" algn="ctr">
                        <a:spcBef>
                          <a:spcPts val="0"/>
                        </a:spcBef>
                        <a:spcAft>
                          <a:spcPts val="0"/>
                        </a:spcAft>
                        <a:buNone/>
                      </a:pPr>
                      <a:r>
                        <a:rPr lang="en-US" sz="1800"/>
                        <a:t>97.45%</a:t>
                      </a:r>
                      <a:endParaRPr sz="1800"/>
                    </a:p>
                  </a:txBody>
                  <a:tcPr marT="45725" marB="45725" marR="121925" marL="1219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b0ef0042ac_0_28"/>
          <p:cNvSpPr txBox="1"/>
          <p:nvPr>
            <p:ph idx="1" type="body"/>
          </p:nvPr>
        </p:nvSpPr>
        <p:spPr>
          <a:xfrm>
            <a:off x="609680" y="1481329"/>
            <a:ext cx="10974300" cy="4526100"/>
          </a:xfrm>
          <a:prstGeom prst="rect">
            <a:avLst/>
          </a:prstGeom>
        </p:spPr>
        <p:txBody>
          <a:bodyPr anchorCtr="0" anchor="t" bIns="45700" lIns="91425" spcFirstLastPara="1" rIns="91425" wrap="square" tIns="45700">
            <a:normAutofit/>
          </a:bodyPr>
          <a:lstStyle/>
          <a:p>
            <a:pPr indent="0" lvl="0" marL="0" rtl="0" algn="l">
              <a:spcBef>
                <a:spcPts val="400"/>
              </a:spcBef>
              <a:spcAft>
                <a:spcPts val="0"/>
              </a:spcAft>
              <a:buNone/>
            </a:pPr>
            <a:r>
              <a:t/>
            </a:r>
            <a:endParaRPr/>
          </a:p>
        </p:txBody>
      </p:sp>
      <p:sp>
        <p:nvSpPr>
          <p:cNvPr id="275" name="Google Shape;275;g3b0ef0042ac_0_28"/>
          <p:cNvSpPr txBox="1"/>
          <p:nvPr>
            <p:ph type="title"/>
          </p:nvPr>
        </p:nvSpPr>
        <p:spPr>
          <a:xfrm>
            <a:off x="609680" y="274638"/>
            <a:ext cx="109743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t>
            </a:r>
            <a:endParaRPr/>
          </a:p>
        </p:txBody>
      </p:sp>
      <p:sp>
        <p:nvSpPr>
          <p:cNvPr id="276" name="Google Shape;276;g3b0ef0042ac_0_28"/>
          <p:cNvSpPr txBox="1"/>
          <p:nvPr/>
        </p:nvSpPr>
        <p:spPr>
          <a:xfrm>
            <a:off x="1295571" y="424008"/>
            <a:ext cx="9602400" cy="1303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sz="4400">
                <a:solidFill>
                  <a:srgbClr val="262626"/>
                </a:solidFill>
                <a:latin typeface="Garamond"/>
                <a:ea typeface="Garamond"/>
                <a:cs typeface="Garamond"/>
                <a:sym typeface="Garamond"/>
              </a:rPr>
              <a:t>Literature Survey</a:t>
            </a:r>
            <a:endParaRPr sz="4400">
              <a:solidFill>
                <a:srgbClr val="262626"/>
              </a:solidFill>
              <a:latin typeface="Garamond"/>
              <a:ea typeface="Garamond"/>
              <a:cs typeface="Garamond"/>
              <a:sym typeface="Garamond"/>
            </a:endParaRPr>
          </a:p>
        </p:txBody>
      </p:sp>
      <p:graphicFrame>
        <p:nvGraphicFramePr>
          <p:cNvPr id="277" name="Google Shape;277;g3b0ef0042ac_0_28"/>
          <p:cNvGraphicFramePr/>
          <p:nvPr/>
        </p:nvGraphicFramePr>
        <p:xfrm>
          <a:off x="609679" y="1600200"/>
          <a:ext cx="3000000" cy="3000000"/>
        </p:xfrm>
        <a:graphic>
          <a:graphicData uri="http://schemas.openxmlformats.org/drawingml/2006/table">
            <a:tbl>
              <a:tblPr bandRow="1" firstRow="1">
                <a:noFill/>
                <a:tableStyleId>{AAA3F704-41F7-46FA-8799-904CC67E0FCA}</a:tableStyleId>
              </a:tblPr>
              <a:tblGrid>
                <a:gridCol w="1625800"/>
                <a:gridCol w="1219350"/>
                <a:gridCol w="3556475"/>
                <a:gridCol w="3150000"/>
                <a:gridCol w="1829050"/>
              </a:tblGrid>
              <a:tr h="850900">
                <a:tc>
                  <a:txBody>
                    <a:bodyPr/>
                    <a:lstStyle/>
                    <a:p>
                      <a:pPr indent="0" lvl="0" marL="0" marR="0" rtl="0" algn="l">
                        <a:spcBef>
                          <a:spcPts val="0"/>
                        </a:spcBef>
                        <a:spcAft>
                          <a:spcPts val="0"/>
                        </a:spcAft>
                        <a:buNone/>
                      </a:pPr>
                      <a:r>
                        <a:rPr lang="en-US" sz="1800"/>
                        <a:t>Author</a:t>
                      </a:r>
                      <a:endParaRPr sz="1800"/>
                    </a:p>
                  </a:txBody>
                  <a:tcPr marT="45725" marB="45725" marR="121925" marL="121925"/>
                </a:tc>
                <a:tc>
                  <a:txBody>
                    <a:bodyPr/>
                    <a:lstStyle/>
                    <a:p>
                      <a:pPr indent="0" lvl="0" marL="0" marR="0" rtl="0" algn="l">
                        <a:spcBef>
                          <a:spcPts val="0"/>
                        </a:spcBef>
                        <a:spcAft>
                          <a:spcPts val="0"/>
                        </a:spcAft>
                        <a:buNone/>
                      </a:pPr>
                      <a:r>
                        <a:rPr lang="en-US" sz="1800"/>
                        <a:t>Year</a:t>
                      </a:r>
                      <a:endParaRPr sz="1800"/>
                    </a:p>
                  </a:txBody>
                  <a:tcPr marT="45725" marB="45725" marR="121925" marL="121925"/>
                </a:tc>
                <a:tc>
                  <a:txBody>
                    <a:bodyPr/>
                    <a:lstStyle/>
                    <a:p>
                      <a:pPr indent="0" lvl="0" marL="0" marR="0" rtl="0" algn="l">
                        <a:spcBef>
                          <a:spcPts val="0"/>
                        </a:spcBef>
                        <a:spcAft>
                          <a:spcPts val="0"/>
                        </a:spcAft>
                        <a:buNone/>
                      </a:pPr>
                      <a:r>
                        <a:rPr lang="en-US" sz="1800"/>
                        <a:t>Paper</a:t>
                      </a:r>
                      <a:endParaRPr sz="1800"/>
                    </a:p>
                  </a:txBody>
                  <a:tcPr marT="45725" marB="45725" marR="121925" marL="121925"/>
                </a:tc>
                <a:tc>
                  <a:txBody>
                    <a:bodyPr/>
                    <a:lstStyle/>
                    <a:p>
                      <a:pPr indent="0" lvl="0" marL="0" marR="0" rtl="0" algn="l">
                        <a:spcBef>
                          <a:spcPts val="0"/>
                        </a:spcBef>
                        <a:spcAft>
                          <a:spcPts val="0"/>
                        </a:spcAft>
                        <a:buNone/>
                      </a:pPr>
                      <a:r>
                        <a:rPr lang="en-US" sz="1800"/>
                        <a:t>Algorithm &amp; Features</a:t>
                      </a:r>
                      <a:endParaRPr sz="1800"/>
                    </a:p>
                  </a:txBody>
                  <a:tcPr marT="45725" marB="45725" marR="121925" marL="121925"/>
                </a:tc>
                <a:tc>
                  <a:txBody>
                    <a:bodyPr/>
                    <a:lstStyle/>
                    <a:p>
                      <a:pPr indent="0" lvl="0" marL="0" marR="0" rtl="0" algn="ctr">
                        <a:spcBef>
                          <a:spcPts val="0"/>
                        </a:spcBef>
                        <a:spcAft>
                          <a:spcPts val="0"/>
                        </a:spcAft>
                        <a:buNone/>
                      </a:pPr>
                      <a:r>
                        <a:rPr lang="en-US" sz="1800"/>
                        <a:t>Accuracy</a:t>
                      </a:r>
                      <a:endParaRPr sz="1800"/>
                    </a:p>
                  </a:txBody>
                  <a:tcPr marT="45725" marB="45725" marR="121925" marL="121925"/>
                </a:tc>
              </a:tr>
              <a:tr h="850900">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Fareha Tabassum et al.,</a:t>
                      </a:r>
                      <a:endParaRPr sz="1800"/>
                    </a:p>
                  </a:txBody>
                  <a:tcPr marT="45725" marB="45725" marR="121925" marL="121925"/>
                </a:tc>
                <a:tc>
                  <a:txBody>
                    <a:bodyPr/>
                    <a:lstStyle/>
                    <a:p>
                      <a:pPr indent="0" lvl="0" marL="0" marR="0" rtl="0" algn="l">
                        <a:spcBef>
                          <a:spcPts val="0"/>
                        </a:spcBef>
                        <a:spcAft>
                          <a:spcPts val="0"/>
                        </a:spcAft>
                        <a:buNone/>
                      </a:pPr>
                      <a:r>
                        <a:rPr lang="en-US" sz="1800"/>
                        <a:t>2023</a:t>
                      </a:r>
                      <a:endParaRPr sz="1800"/>
                    </a:p>
                  </a:txBody>
                  <a:tcPr marT="45725" marB="45725" marR="121925" marL="121925"/>
                </a:tc>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A deep learning approach for lane marking detection applying encode-decode instant segmentation network</a:t>
                      </a:r>
                      <a:endParaRPr sz="1800"/>
                    </a:p>
                  </a:txBody>
                  <a:tcPr marT="45725" marB="45725" marR="121925" marL="121925"/>
                </a:tc>
                <a:tc>
                  <a:txBody>
                    <a:bodyPr/>
                    <a:lstStyle/>
                    <a:p>
                      <a:pPr indent="0" lvl="0" marL="0" marR="0" rtl="0" algn="l">
                        <a:spcBef>
                          <a:spcPts val="0"/>
                        </a:spcBef>
                        <a:spcAft>
                          <a:spcPts val="0"/>
                        </a:spcAft>
                        <a:buNone/>
                      </a:pPr>
                      <a:r>
                        <a:rPr lang="en-US" sz="1800">
                          <a:solidFill>
                            <a:srgbClr val="000000"/>
                          </a:solidFill>
                          <a:latin typeface="Garamond"/>
                          <a:ea typeface="Garamond"/>
                          <a:cs typeface="Garamond"/>
                          <a:sym typeface="Garamond"/>
                        </a:rPr>
                        <a:t>Introduces </a:t>
                      </a:r>
                      <a:r>
                        <a:rPr b="1" lang="en-US" sz="1800" u="sng">
                          <a:solidFill>
                            <a:srgbClr val="000000"/>
                          </a:solidFill>
                          <a:latin typeface="Garamond"/>
                          <a:ea typeface="Garamond"/>
                          <a:cs typeface="Garamond"/>
                          <a:sym typeface="Garamond"/>
                        </a:rPr>
                        <a:t>encode-decode instant segmentation network (EDIS-Net)</a:t>
                      </a:r>
                      <a:r>
                        <a:rPr lang="en-US" sz="1800">
                          <a:solidFill>
                            <a:srgbClr val="000000"/>
                          </a:solidFill>
                          <a:latin typeface="Garamond"/>
                          <a:ea typeface="Garamond"/>
                          <a:cs typeface="Garamond"/>
                          <a:sym typeface="Garamond"/>
                        </a:rPr>
                        <a:t>, a Deep Learning methodology for Lane Marking Detection (LMD) in diverse environments.</a:t>
                      </a:r>
                      <a:endParaRPr sz="1800">
                        <a:solidFill>
                          <a:srgbClr val="000000"/>
                        </a:solidFill>
                        <a:latin typeface="Garamond"/>
                        <a:ea typeface="Garamond"/>
                        <a:cs typeface="Garamond"/>
                        <a:sym typeface="Garamond"/>
                      </a:endParaRPr>
                    </a:p>
                  </a:txBody>
                  <a:tcPr marT="45725" marB="45725" marR="121925" marL="121925"/>
                </a:tc>
                <a:tc>
                  <a:txBody>
                    <a:bodyPr/>
                    <a:lstStyle/>
                    <a:p>
                      <a:pPr indent="0" lvl="0" marL="0" marR="0" rtl="0" algn="ctr">
                        <a:spcBef>
                          <a:spcPts val="0"/>
                        </a:spcBef>
                        <a:spcAft>
                          <a:spcPts val="0"/>
                        </a:spcAft>
                        <a:buNone/>
                      </a:pPr>
                      <a:r>
                        <a:rPr b="1" lang="en-US" sz="1800">
                          <a:solidFill>
                            <a:srgbClr val="000000"/>
                          </a:solidFill>
                          <a:latin typeface="Garamond"/>
                          <a:ea typeface="Garamond"/>
                          <a:cs typeface="Garamond"/>
                          <a:sym typeface="Garamond"/>
                        </a:rPr>
                        <a:t>97.39%</a:t>
                      </a:r>
                      <a:endParaRPr sz="1800"/>
                    </a:p>
                  </a:txBody>
                  <a:tcPr marT="45725" marB="45725" marR="121925" marL="121925"/>
                </a:tc>
              </a:tr>
              <a:tr h="850900">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Al-Masrur et al.,</a:t>
                      </a:r>
                      <a:endParaRPr sz="1800"/>
                    </a:p>
                  </a:txBody>
                  <a:tcPr marT="45725" marB="45725" marR="121925" marL="121925"/>
                </a:tc>
                <a:tc>
                  <a:txBody>
                    <a:bodyPr/>
                    <a:lstStyle/>
                    <a:p>
                      <a:pPr indent="0" lvl="0" marL="0" marR="0" rtl="0" algn="l">
                        <a:spcBef>
                          <a:spcPts val="0"/>
                        </a:spcBef>
                        <a:spcAft>
                          <a:spcPts val="0"/>
                        </a:spcAft>
                        <a:buNone/>
                      </a:pPr>
                      <a:r>
                        <a:rPr lang="en-US" sz="1800"/>
                        <a:t> 2022</a:t>
                      </a:r>
                      <a:endParaRPr sz="1800"/>
                    </a:p>
                  </a:txBody>
                  <a:tcPr marT="45725" marB="45725" marR="121925" marL="121925"/>
                </a:tc>
                <a:tc>
                  <a:txBody>
                    <a:bodyPr/>
                    <a:lstStyle/>
                    <a:p>
                      <a:pPr indent="0" lvl="0" marL="0" marR="0" rtl="0" algn="l">
                        <a:spcBef>
                          <a:spcPts val="0"/>
                        </a:spcBef>
                        <a:spcAft>
                          <a:spcPts val="0"/>
                        </a:spcAft>
                        <a:buNone/>
                      </a:pPr>
                      <a:r>
                        <a:rPr b="1" lang="en-US" sz="1800">
                          <a:solidFill>
                            <a:srgbClr val="000000"/>
                          </a:solidFill>
                          <a:latin typeface="Garamond"/>
                          <a:ea typeface="Garamond"/>
                          <a:cs typeface="Garamond"/>
                          <a:sym typeface="Garamond"/>
                        </a:rPr>
                        <a:t>LLDNet: A Lightweight Lane Detection Approach for Autonomous Cars Using Deep Learning</a:t>
                      </a:r>
                      <a:endParaRPr sz="1800"/>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Garamond"/>
                        <a:buNone/>
                      </a:pPr>
                      <a:r>
                        <a:rPr lang="en-US" sz="1800">
                          <a:solidFill>
                            <a:srgbClr val="000000"/>
                          </a:solidFill>
                          <a:latin typeface="Garamond"/>
                          <a:ea typeface="Garamond"/>
                          <a:cs typeface="Garamond"/>
                          <a:sym typeface="Garamond"/>
                        </a:rPr>
                        <a:t>Introduces </a:t>
                      </a:r>
                      <a:r>
                        <a:rPr b="1" lang="en-US" sz="1800" u="sng">
                          <a:solidFill>
                            <a:srgbClr val="000000"/>
                          </a:solidFill>
                          <a:latin typeface="Garamond"/>
                          <a:ea typeface="Garamond"/>
                          <a:cs typeface="Garamond"/>
                          <a:sym typeface="Garamond"/>
                        </a:rPr>
                        <a:t>LLDNet, a lightweight CNN model for lane detection</a:t>
                      </a:r>
                      <a:r>
                        <a:rPr lang="en-US" sz="1800">
                          <a:solidFill>
                            <a:srgbClr val="000000"/>
                          </a:solidFill>
                          <a:latin typeface="Garamond"/>
                          <a:ea typeface="Garamond"/>
                          <a:cs typeface="Garamond"/>
                          <a:sym typeface="Garamond"/>
                        </a:rPr>
                        <a:t>, addressing challenges of real-world road variations and adverse weather conditions.</a:t>
                      </a:r>
                      <a:endParaRPr/>
                    </a:p>
                    <a:p>
                      <a:pPr indent="0" lvl="0" marL="0" marR="0" rtl="0" algn="l">
                        <a:lnSpc>
                          <a:spcPct val="100000"/>
                        </a:lnSpc>
                        <a:spcBef>
                          <a:spcPts val="0"/>
                        </a:spcBef>
                        <a:spcAft>
                          <a:spcPts val="0"/>
                        </a:spcAft>
                        <a:buClr>
                          <a:srgbClr val="000000"/>
                        </a:buClr>
                        <a:buSzPts val="1800"/>
                        <a:buFont typeface="Garamond"/>
                        <a:buNone/>
                      </a:pPr>
                      <a:r>
                        <a:t/>
                      </a:r>
                      <a:endParaRPr sz="1800"/>
                    </a:p>
                  </a:txBody>
                  <a:tcPr marT="45725" marB="45725" marR="121925" marL="121925"/>
                </a:tc>
                <a:tc>
                  <a:txBody>
                    <a:bodyPr/>
                    <a:lstStyle/>
                    <a:p>
                      <a:pPr indent="0" lvl="0" marL="0" marR="0" rtl="0" algn="ctr">
                        <a:spcBef>
                          <a:spcPts val="0"/>
                        </a:spcBef>
                        <a:spcAft>
                          <a:spcPts val="0"/>
                        </a:spcAft>
                        <a:buNone/>
                      </a:pPr>
                      <a:r>
                        <a:rPr lang="en-US" sz="1800"/>
                        <a:t>94.2%</a:t>
                      </a:r>
                      <a:endParaRPr sz="1800"/>
                    </a:p>
                  </a:txBody>
                  <a:tcPr marT="45725" marB="45725" marR="121925" marL="1219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4"/>
          <p:cNvSpPr/>
          <p:nvPr/>
        </p:nvSpPr>
        <p:spPr>
          <a:xfrm>
            <a:off x="3166149" y="2133600"/>
            <a:ext cx="5694822"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7200" cap="none">
                <a:solidFill>
                  <a:srgbClr val="64AFCC"/>
                </a:solidFill>
                <a:latin typeface="Rockwell"/>
                <a:ea typeface="Rockwell"/>
                <a:cs typeface="Rockwell"/>
                <a:sym typeface="Rockwell"/>
              </a:rPr>
              <a:t>THANK YOU</a:t>
            </a:r>
            <a:endParaRPr b="1" sz="7200" cap="none">
              <a:solidFill>
                <a:srgbClr val="64AFCC"/>
              </a:solidFill>
              <a:latin typeface="Rockwell"/>
              <a:ea typeface="Rockwell"/>
              <a:cs typeface="Rockwell"/>
              <a:sym typeface="Rockwell"/>
            </a:endParaRPr>
          </a:p>
        </p:txBody>
      </p:sp>
    </p:spTree>
  </p:cSld>
  <p:clrMapOvr>
    <a:masterClrMapping/>
  </p:clrMapOvr>
  <p:transition spd="slow">
    <p:fade/>
  </p:transition>
</p:sld>
</file>

<file path=ppt/theme/theme1.xml><?xml version="1.0" encoding="utf-8"?>
<a:theme xmlns:a="http://schemas.openxmlformats.org/drawingml/2006/main" xmlns:r="http://schemas.openxmlformats.org/officeDocument/2006/relationships"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PresentationFormat">
    <vt:lpwstr>Widescreen</vt:lpwstr>
  </property>
  <property fmtid="{D5CDD505-2E9C-101B-9397-08002B2CF9AE}" pid="4" name="Slides">
    <vt:i4>12</vt:i4>
  </property>
</Properties>
</file>